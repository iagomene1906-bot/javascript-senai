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84" r:id="rId6"/>
    <p:sldId id="283" r:id="rId7"/>
    <p:sldId id="260" r:id="rId8"/>
    <p:sldId id="261" r:id="rId9"/>
    <p:sldId id="262" r:id="rId10"/>
    <p:sldId id="263" r:id="rId11"/>
    <p:sldId id="264" r:id="rId12"/>
    <p:sldId id="266" r:id="rId13"/>
    <p:sldId id="267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76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EEC98-53D0-4B2F-B228-E40EF8BE377E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62F02-2B88-44D6-A260-0ED65A4E58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468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2FABA-D3E4-4632-8007-041FDE6CCF3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59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849"/>
            <a:ext cx="20107275" cy="11148695"/>
          </a:xfrm>
          <a:custGeom>
            <a:avLst/>
            <a:gdLst/>
            <a:ahLst/>
            <a:cxnLst/>
            <a:rect l="l" t="t" r="r" b="b"/>
            <a:pathLst>
              <a:path w="20107275" h="11148695">
                <a:moveTo>
                  <a:pt x="20104100" y="1785"/>
                </a:moveTo>
                <a:lnTo>
                  <a:pt x="0" y="1785"/>
                </a:lnTo>
                <a:lnTo>
                  <a:pt x="0" y="11148593"/>
                </a:lnTo>
                <a:lnTo>
                  <a:pt x="20104100" y="11148593"/>
                </a:lnTo>
                <a:lnTo>
                  <a:pt x="20104100" y="178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961306" y="9005295"/>
            <a:ext cx="1885314" cy="1875155"/>
          </a:xfrm>
          <a:custGeom>
            <a:avLst/>
            <a:gdLst/>
            <a:ahLst/>
            <a:cxnLst/>
            <a:rect l="l" t="t" r="r" b="b"/>
            <a:pathLst>
              <a:path w="1885315" h="1875154">
                <a:moveTo>
                  <a:pt x="47371" y="1851329"/>
                </a:moveTo>
                <a:lnTo>
                  <a:pt x="45466" y="1842135"/>
                </a:lnTo>
                <a:lnTo>
                  <a:pt x="40386" y="1834616"/>
                </a:lnTo>
                <a:lnTo>
                  <a:pt x="32893" y="1829549"/>
                </a:lnTo>
                <a:lnTo>
                  <a:pt x="23622" y="1827695"/>
                </a:lnTo>
                <a:lnTo>
                  <a:pt x="14478" y="1829549"/>
                </a:lnTo>
                <a:lnTo>
                  <a:pt x="6985" y="1834616"/>
                </a:lnTo>
                <a:lnTo>
                  <a:pt x="1905" y="1842135"/>
                </a:lnTo>
                <a:lnTo>
                  <a:pt x="0" y="1851329"/>
                </a:lnTo>
                <a:lnTo>
                  <a:pt x="1905" y="1860537"/>
                </a:lnTo>
                <a:lnTo>
                  <a:pt x="6985" y="1868055"/>
                </a:lnTo>
                <a:lnTo>
                  <a:pt x="14478" y="1873123"/>
                </a:lnTo>
                <a:lnTo>
                  <a:pt x="23622" y="1874977"/>
                </a:lnTo>
                <a:lnTo>
                  <a:pt x="32893" y="1873123"/>
                </a:lnTo>
                <a:lnTo>
                  <a:pt x="40386" y="1868055"/>
                </a:lnTo>
                <a:lnTo>
                  <a:pt x="45466" y="1860537"/>
                </a:lnTo>
                <a:lnTo>
                  <a:pt x="47371" y="1851329"/>
                </a:lnTo>
                <a:close/>
              </a:path>
              <a:path w="1885315" h="1875154">
                <a:moveTo>
                  <a:pt x="47371" y="1589519"/>
                </a:moveTo>
                <a:lnTo>
                  <a:pt x="45466" y="1578470"/>
                </a:lnTo>
                <a:lnTo>
                  <a:pt x="40386" y="1569466"/>
                </a:lnTo>
                <a:lnTo>
                  <a:pt x="32893" y="1563382"/>
                </a:lnTo>
                <a:lnTo>
                  <a:pt x="23622" y="1561160"/>
                </a:lnTo>
                <a:lnTo>
                  <a:pt x="14478" y="1563382"/>
                </a:lnTo>
                <a:lnTo>
                  <a:pt x="6985" y="1569466"/>
                </a:lnTo>
                <a:lnTo>
                  <a:pt x="1905" y="1578470"/>
                </a:lnTo>
                <a:lnTo>
                  <a:pt x="0" y="1589519"/>
                </a:lnTo>
                <a:lnTo>
                  <a:pt x="1905" y="1600568"/>
                </a:lnTo>
                <a:lnTo>
                  <a:pt x="6985" y="1609585"/>
                </a:lnTo>
                <a:lnTo>
                  <a:pt x="14478" y="1615655"/>
                </a:lnTo>
                <a:lnTo>
                  <a:pt x="23622" y="1617891"/>
                </a:lnTo>
                <a:lnTo>
                  <a:pt x="32893" y="1615655"/>
                </a:lnTo>
                <a:lnTo>
                  <a:pt x="40386" y="1609585"/>
                </a:lnTo>
                <a:lnTo>
                  <a:pt x="45466" y="1600568"/>
                </a:lnTo>
                <a:lnTo>
                  <a:pt x="47371" y="1589519"/>
                </a:lnTo>
                <a:close/>
              </a:path>
              <a:path w="1885315" h="1875154">
                <a:moveTo>
                  <a:pt x="47371" y="1332509"/>
                </a:moveTo>
                <a:lnTo>
                  <a:pt x="45466" y="1321460"/>
                </a:lnTo>
                <a:lnTo>
                  <a:pt x="40386" y="1312443"/>
                </a:lnTo>
                <a:lnTo>
                  <a:pt x="32893" y="1306360"/>
                </a:lnTo>
                <a:lnTo>
                  <a:pt x="23622" y="1304137"/>
                </a:lnTo>
                <a:lnTo>
                  <a:pt x="14478" y="1306360"/>
                </a:lnTo>
                <a:lnTo>
                  <a:pt x="6985" y="1312443"/>
                </a:lnTo>
                <a:lnTo>
                  <a:pt x="1905" y="1321460"/>
                </a:lnTo>
                <a:lnTo>
                  <a:pt x="0" y="1332509"/>
                </a:lnTo>
                <a:lnTo>
                  <a:pt x="1905" y="1343533"/>
                </a:lnTo>
                <a:lnTo>
                  <a:pt x="6985" y="1352562"/>
                </a:lnTo>
                <a:lnTo>
                  <a:pt x="14478" y="1358633"/>
                </a:lnTo>
                <a:lnTo>
                  <a:pt x="23622" y="1360868"/>
                </a:lnTo>
                <a:lnTo>
                  <a:pt x="32893" y="1358633"/>
                </a:lnTo>
                <a:lnTo>
                  <a:pt x="40386" y="1352562"/>
                </a:lnTo>
                <a:lnTo>
                  <a:pt x="45466" y="1343533"/>
                </a:lnTo>
                <a:lnTo>
                  <a:pt x="47371" y="1332509"/>
                </a:lnTo>
                <a:close/>
              </a:path>
              <a:path w="1885315" h="1875154">
                <a:moveTo>
                  <a:pt x="47371" y="1070749"/>
                </a:moveTo>
                <a:lnTo>
                  <a:pt x="45466" y="1061554"/>
                </a:lnTo>
                <a:lnTo>
                  <a:pt x="40386" y="1054036"/>
                </a:lnTo>
                <a:lnTo>
                  <a:pt x="32893" y="1048969"/>
                </a:lnTo>
                <a:lnTo>
                  <a:pt x="23622" y="1047115"/>
                </a:lnTo>
                <a:lnTo>
                  <a:pt x="14478" y="1048969"/>
                </a:lnTo>
                <a:lnTo>
                  <a:pt x="6985" y="1054036"/>
                </a:lnTo>
                <a:lnTo>
                  <a:pt x="1905" y="1061554"/>
                </a:lnTo>
                <a:lnTo>
                  <a:pt x="0" y="1070749"/>
                </a:lnTo>
                <a:lnTo>
                  <a:pt x="1905" y="1079957"/>
                </a:lnTo>
                <a:lnTo>
                  <a:pt x="6985" y="1087475"/>
                </a:lnTo>
                <a:lnTo>
                  <a:pt x="14478" y="1092542"/>
                </a:lnTo>
                <a:lnTo>
                  <a:pt x="23622" y="1094384"/>
                </a:lnTo>
                <a:lnTo>
                  <a:pt x="32893" y="1092542"/>
                </a:lnTo>
                <a:lnTo>
                  <a:pt x="40386" y="1087475"/>
                </a:lnTo>
                <a:lnTo>
                  <a:pt x="45466" y="1079957"/>
                </a:lnTo>
                <a:lnTo>
                  <a:pt x="47371" y="1070749"/>
                </a:lnTo>
                <a:close/>
              </a:path>
              <a:path w="1885315" h="1875154">
                <a:moveTo>
                  <a:pt x="47371" y="808990"/>
                </a:moveTo>
                <a:lnTo>
                  <a:pt x="45466" y="797941"/>
                </a:lnTo>
                <a:lnTo>
                  <a:pt x="40386" y="788924"/>
                </a:lnTo>
                <a:lnTo>
                  <a:pt x="32893" y="782828"/>
                </a:lnTo>
                <a:lnTo>
                  <a:pt x="23622" y="780542"/>
                </a:lnTo>
                <a:lnTo>
                  <a:pt x="14478" y="782828"/>
                </a:lnTo>
                <a:lnTo>
                  <a:pt x="6985" y="788924"/>
                </a:lnTo>
                <a:lnTo>
                  <a:pt x="1905" y="797941"/>
                </a:lnTo>
                <a:lnTo>
                  <a:pt x="0" y="808990"/>
                </a:lnTo>
                <a:lnTo>
                  <a:pt x="1905" y="820039"/>
                </a:lnTo>
                <a:lnTo>
                  <a:pt x="6985" y="829056"/>
                </a:lnTo>
                <a:lnTo>
                  <a:pt x="14478" y="835025"/>
                </a:lnTo>
                <a:lnTo>
                  <a:pt x="23622" y="837311"/>
                </a:lnTo>
                <a:lnTo>
                  <a:pt x="32893" y="835025"/>
                </a:lnTo>
                <a:lnTo>
                  <a:pt x="40386" y="829056"/>
                </a:lnTo>
                <a:lnTo>
                  <a:pt x="45466" y="820039"/>
                </a:lnTo>
                <a:lnTo>
                  <a:pt x="47371" y="808990"/>
                </a:lnTo>
                <a:close/>
              </a:path>
              <a:path w="1885315" h="1875154">
                <a:moveTo>
                  <a:pt x="47371" y="547154"/>
                </a:moveTo>
                <a:lnTo>
                  <a:pt x="45466" y="538010"/>
                </a:lnTo>
                <a:lnTo>
                  <a:pt x="40386" y="530517"/>
                </a:lnTo>
                <a:lnTo>
                  <a:pt x="32893" y="525449"/>
                </a:lnTo>
                <a:lnTo>
                  <a:pt x="23622" y="523544"/>
                </a:lnTo>
                <a:lnTo>
                  <a:pt x="14478" y="525449"/>
                </a:lnTo>
                <a:lnTo>
                  <a:pt x="6985" y="530517"/>
                </a:lnTo>
                <a:lnTo>
                  <a:pt x="1905" y="538010"/>
                </a:lnTo>
                <a:lnTo>
                  <a:pt x="0" y="547154"/>
                </a:lnTo>
                <a:lnTo>
                  <a:pt x="1905" y="556425"/>
                </a:lnTo>
                <a:lnTo>
                  <a:pt x="6985" y="563918"/>
                </a:lnTo>
                <a:lnTo>
                  <a:pt x="14478" y="568998"/>
                </a:lnTo>
                <a:lnTo>
                  <a:pt x="23622" y="570776"/>
                </a:lnTo>
                <a:lnTo>
                  <a:pt x="32893" y="568998"/>
                </a:lnTo>
                <a:lnTo>
                  <a:pt x="40386" y="563918"/>
                </a:lnTo>
                <a:lnTo>
                  <a:pt x="45466" y="556425"/>
                </a:lnTo>
                <a:lnTo>
                  <a:pt x="47371" y="547154"/>
                </a:lnTo>
                <a:close/>
              </a:path>
              <a:path w="1885315" h="1875154">
                <a:moveTo>
                  <a:pt x="47371" y="285330"/>
                </a:moveTo>
                <a:lnTo>
                  <a:pt x="45466" y="274281"/>
                </a:lnTo>
                <a:lnTo>
                  <a:pt x="40386" y="265264"/>
                </a:lnTo>
                <a:lnTo>
                  <a:pt x="32893" y="259295"/>
                </a:lnTo>
                <a:lnTo>
                  <a:pt x="23622" y="257009"/>
                </a:lnTo>
                <a:lnTo>
                  <a:pt x="14478" y="259295"/>
                </a:lnTo>
                <a:lnTo>
                  <a:pt x="6985" y="265264"/>
                </a:lnTo>
                <a:lnTo>
                  <a:pt x="1905" y="274281"/>
                </a:lnTo>
                <a:lnTo>
                  <a:pt x="0" y="285330"/>
                </a:lnTo>
                <a:lnTo>
                  <a:pt x="1905" y="296367"/>
                </a:lnTo>
                <a:lnTo>
                  <a:pt x="6985" y="305384"/>
                </a:lnTo>
                <a:lnTo>
                  <a:pt x="14478" y="311480"/>
                </a:lnTo>
                <a:lnTo>
                  <a:pt x="23622" y="313766"/>
                </a:lnTo>
                <a:lnTo>
                  <a:pt x="32893" y="311480"/>
                </a:lnTo>
                <a:lnTo>
                  <a:pt x="40386" y="305384"/>
                </a:lnTo>
                <a:lnTo>
                  <a:pt x="45466" y="296367"/>
                </a:lnTo>
                <a:lnTo>
                  <a:pt x="47371" y="285330"/>
                </a:lnTo>
                <a:close/>
              </a:path>
              <a:path w="1885315" h="1875154">
                <a:moveTo>
                  <a:pt x="47371" y="23622"/>
                </a:moveTo>
                <a:lnTo>
                  <a:pt x="45466" y="14478"/>
                </a:lnTo>
                <a:lnTo>
                  <a:pt x="40386" y="6858"/>
                </a:lnTo>
                <a:lnTo>
                  <a:pt x="32893" y="1905"/>
                </a:lnTo>
                <a:lnTo>
                  <a:pt x="23622" y="0"/>
                </a:lnTo>
                <a:lnTo>
                  <a:pt x="14478" y="1905"/>
                </a:lnTo>
                <a:lnTo>
                  <a:pt x="6985" y="6858"/>
                </a:lnTo>
                <a:lnTo>
                  <a:pt x="1905" y="14478"/>
                </a:lnTo>
                <a:lnTo>
                  <a:pt x="0" y="23622"/>
                </a:lnTo>
                <a:lnTo>
                  <a:pt x="1905" y="32893"/>
                </a:lnTo>
                <a:lnTo>
                  <a:pt x="6985" y="40386"/>
                </a:lnTo>
                <a:lnTo>
                  <a:pt x="14478" y="45466"/>
                </a:lnTo>
                <a:lnTo>
                  <a:pt x="23622" y="47244"/>
                </a:lnTo>
                <a:lnTo>
                  <a:pt x="32893" y="45466"/>
                </a:lnTo>
                <a:lnTo>
                  <a:pt x="40386" y="40386"/>
                </a:lnTo>
                <a:lnTo>
                  <a:pt x="45466" y="32893"/>
                </a:lnTo>
                <a:lnTo>
                  <a:pt x="47371" y="23622"/>
                </a:lnTo>
                <a:close/>
              </a:path>
              <a:path w="1885315" h="1875154">
                <a:moveTo>
                  <a:pt x="313893" y="1851329"/>
                </a:moveTo>
                <a:lnTo>
                  <a:pt x="311607" y="1842135"/>
                </a:lnTo>
                <a:lnTo>
                  <a:pt x="305638" y="1834616"/>
                </a:lnTo>
                <a:lnTo>
                  <a:pt x="296621" y="1829549"/>
                </a:lnTo>
                <a:lnTo>
                  <a:pt x="285457" y="1827695"/>
                </a:lnTo>
                <a:lnTo>
                  <a:pt x="274408" y="1829549"/>
                </a:lnTo>
                <a:lnTo>
                  <a:pt x="265391" y="1834616"/>
                </a:lnTo>
                <a:lnTo>
                  <a:pt x="259422" y="1842135"/>
                </a:lnTo>
                <a:lnTo>
                  <a:pt x="257136" y="1851329"/>
                </a:lnTo>
                <a:lnTo>
                  <a:pt x="259422" y="1860537"/>
                </a:lnTo>
                <a:lnTo>
                  <a:pt x="265391" y="1868055"/>
                </a:lnTo>
                <a:lnTo>
                  <a:pt x="274408" y="1873123"/>
                </a:lnTo>
                <a:lnTo>
                  <a:pt x="285457" y="1874977"/>
                </a:lnTo>
                <a:lnTo>
                  <a:pt x="296621" y="1873123"/>
                </a:lnTo>
                <a:lnTo>
                  <a:pt x="305638" y="1868055"/>
                </a:lnTo>
                <a:lnTo>
                  <a:pt x="311607" y="1860537"/>
                </a:lnTo>
                <a:lnTo>
                  <a:pt x="313893" y="1851329"/>
                </a:lnTo>
                <a:close/>
              </a:path>
              <a:path w="1885315" h="1875154">
                <a:moveTo>
                  <a:pt x="313893" y="1589519"/>
                </a:moveTo>
                <a:lnTo>
                  <a:pt x="311607" y="1578470"/>
                </a:lnTo>
                <a:lnTo>
                  <a:pt x="305638" y="1569466"/>
                </a:lnTo>
                <a:lnTo>
                  <a:pt x="296621" y="1563382"/>
                </a:lnTo>
                <a:lnTo>
                  <a:pt x="285457" y="1561160"/>
                </a:lnTo>
                <a:lnTo>
                  <a:pt x="274408" y="1563382"/>
                </a:lnTo>
                <a:lnTo>
                  <a:pt x="265391" y="1569466"/>
                </a:lnTo>
                <a:lnTo>
                  <a:pt x="259422" y="1578470"/>
                </a:lnTo>
                <a:lnTo>
                  <a:pt x="257136" y="1589519"/>
                </a:lnTo>
                <a:lnTo>
                  <a:pt x="259422" y="1600568"/>
                </a:lnTo>
                <a:lnTo>
                  <a:pt x="265391" y="1609585"/>
                </a:lnTo>
                <a:lnTo>
                  <a:pt x="274408" y="1615655"/>
                </a:lnTo>
                <a:lnTo>
                  <a:pt x="285457" y="1617891"/>
                </a:lnTo>
                <a:lnTo>
                  <a:pt x="296621" y="1615655"/>
                </a:lnTo>
                <a:lnTo>
                  <a:pt x="305638" y="1609585"/>
                </a:lnTo>
                <a:lnTo>
                  <a:pt x="311607" y="1600568"/>
                </a:lnTo>
                <a:lnTo>
                  <a:pt x="313893" y="1589519"/>
                </a:lnTo>
                <a:close/>
              </a:path>
              <a:path w="1885315" h="1875154">
                <a:moveTo>
                  <a:pt x="313893" y="1332509"/>
                </a:moveTo>
                <a:lnTo>
                  <a:pt x="311607" y="1321460"/>
                </a:lnTo>
                <a:lnTo>
                  <a:pt x="305638" y="1312443"/>
                </a:lnTo>
                <a:lnTo>
                  <a:pt x="296621" y="1306360"/>
                </a:lnTo>
                <a:lnTo>
                  <a:pt x="285457" y="1304137"/>
                </a:lnTo>
                <a:lnTo>
                  <a:pt x="274408" y="1306360"/>
                </a:lnTo>
                <a:lnTo>
                  <a:pt x="265391" y="1312443"/>
                </a:lnTo>
                <a:lnTo>
                  <a:pt x="259422" y="1321460"/>
                </a:lnTo>
                <a:lnTo>
                  <a:pt x="257136" y="1332509"/>
                </a:lnTo>
                <a:lnTo>
                  <a:pt x="259422" y="1343533"/>
                </a:lnTo>
                <a:lnTo>
                  <a:pt x="265391" y="1352562"/>
                </a:lnTo>
                <a:lnTo>
                  <a:pt x="274408" y="1358633"/>
                </a:lnTo>
                <a:lnTo>
                  <a:pt x="285457" y="1360868"/>
                </a:lnTo>
                <a:lnTo>
                  <a:pt x="296621" y="1358633"/>
                </a:lnTo>
                <a:lnTo>
                  <a:pt x="305638" y="1352562"/>
                </a:lnTo>
                <a:lnTo>
                  <a:pt x="311607" y="1343533"/>
                </a:lnTo>
                <a:lnTo>
                  <a:pt x="313893" y="1332509"/>
                </a:lnTo>
                <a:close/>
              </a:path>
              <a:path w="1885315" h="1875154">
                <a:moveTo>
                  <a:pt x="313893" y="1070749"/>
                </a:moveTo>
                <a:lnTo>
                  <a:pt x="311607" y="1061554"/>
                </a:lnTo>
                <a:lnTo>
                  <a:pt x="305638" y="1054036"/>
                </a:lnTo>
                <a:lnTo>
                  <a:pt x="296621" y="1048969"/>
                </a:lnTo>
                <a:lnTo>
                  <a:pt x="285457" y="1047115"/>
                </a:lnTo>
                <a:lnTo>
                  <a:pt x="274408" y="1048969"/>
                </a:lnTo>
                <a:lnTo>
                  <a:pt x="265391" y="1054036"/>
                </a:lnTo>
                <a:lnTo>
                  <a:pt x="259422" y="1061554"/>
                </a:lnTo>
                <a:lnTo>
                  <a:pt x="257136" y="1070749"/>
                </a:lnTo>
                <a:lnTo>
                  <a:pt x="259422" y="1079957"/>
                </a:lnTo>
                <a:lnTo>
                  <a:pt x="265391" y="1087475"/>
                </a:lnTo>
                <a:lnTo>
                  <a:pt x="274408" y="1092542"/>
                </a:lnTo>
                <a:lnTo>
                  <a:pt x="285457" y="1094384"/>
                </a:lnTo>
                <a:lnTo>
                  <a:pt x="296621" y="1092542"/>
                </a:lnTo>
                <a:lnTo>
                  <a:pt x="305638" y="1087475"/>
                </a:lnTo>
                <a:lnTo>
                  <a:pt x="311607" y="1079957"/>
                </a:lnTo>
                <a:lnTo>
                  <a:pt x="313893" y="1070749"/>
                </a:lnTo>
                <a:close/>
              </a:path>
              <a:path w="1885315" h="1875154">
                <a:moveTo>
                  <a:pt x="313893" y="808990"/>
                </a:moveTo>
                <a:lnTo>
                  <a:pt x="311607" y="797941"/>
                </a:lnTo>
                <a:lnTo>
                  <a:pt x="305638" y="788924"/>
                </a:lnTo>
                <a:lnTo>
                  <a:pt x="296621" y="782828"/>
                </a:lnTo>
                <a:lnTo>
                  <a:pt x="285457" y="780542"/>
                </a:lnTo>
                <a:lnTo>
                  <a:pt x="274408" y="782828"/>
                </a:lnTo>
                <a:lnTo>
                  <a:pt x="265391" y="788924"/>
                </a:lnTo>
                <a:lnTo>
                  <a:pt x="259422" y="797941"/>
                </a:lnTo>
                <a:lnTo>
                  <a:pt x="257136" y="808990"/>
                </a:lnTo>
                <a:lnTo>
                  <a:pt x="259422" y="820039"/>
                </a:lnTo>
                <a:lnTo>
                  <a:pt x="265391" y="829056"/>
                </a:lnTo>
                <a:lnTo>
                  <a:pt x="274408" y="835025"/>
                </a:lnTo>
                <a:lnTo>
                  <a:pt x="285457" y="837311"/>
                </a:lnTo>
                <a:lnTo>
                  <a:pt x="296621" y="835025"/>
                </a:lnTo>
                <a:lnTo>
                  <a:pt x="305638" y="829056"/>
                </a:lnTo>
                <a:lnTo>
                  <a:pt x="311607" y="820039"/>
                </a:lnTo>
                <a:lnTo>
                  <a:pt x="313893" y="808990"/>
                </a:lnTo>
                <a:close/>
              </a:path>
              <a:path w="1885315" h="1875154">
                <a:moveTo>
                  <a:pt x="313893" y="547154"/>
                </a:moveTo>
                <a:lnTo>
                  <a:pt x="311607" y="538010"/>
                </a:lnTo>
                <a:lnTo>
                  <a:pt x="305638" y="530517"/>
                </a:lnTo>
                <a:lnTo>
                  <a:pt x="296621" y="525449"/>
                </a:lnTo>
                <a:lnTo>
                  <a:pt x="285457" y="523544"/>
                </a:lnTo>
                <a:lnTo>
                  <a:pt x="274408" y="525449"/>
                </a:lnTo>
                <a:lnTo>
                  <a:pt x="265391" y="530517"/>
                </a:lnTo>
                <a:lnTo>
                  <a:pt x="259422" y="538010"/>
                </a:lnTo>
                <a:lnTo>
                  <a:pt x="257136" y="547154"/>
                </a:lnTo>
                <a:lnTo>
                  <a:pt x="259422" y="556425"/>
                </a:lnTo>
                <a:lnTo>
                  <a:pt x="265391" y="563918"/>
                </a:lnTo>
                <a:lnTo>
                  <a:pt x="274408" y="568998"/>
                </a:lnTo>
                <a:lnTo>
                  <a:pt x="285457" y="570776"/>
                </a:lnTo>
                <a:lnTo>
                  <a:pt x="296621" y="568998"/>
                </a:lnTo>
                <a:lnTo>
                  <a:pt x="305638" y="563918"/>
                </a:lnTo>
                <a:lnTo>
                  <a:pt x="311607" y="556425"/>
                </a:lnTo>
                <a:lnTo>
                  <a:pt x="313893" y="547154"/>
                </a:lnTo>
                <a:close/>
              </a:path>
              <a:path w="1885315" h="1875154">
                <a:moveTo>
                  <a:pt x="313893" y="285330"/>
                </a:moveTo>
                <a:lnTo>
                  <a:pt x="311607" y="274281"/>
                </a:lnTo>
                <a:lnTo>
                  <a:pt x="305638" y="265264"/>
                </a:lnTo>
                <a:lnTo>
                  <a:pt x="296621" y="259295"/>
                </a:lnTo>
                <a:lnTo>
                  <a:pt x="285457" y="257009"/>
                </a:lnTo>
                <a:lnTo>
                  <a:pt x="274408" y="259295"/>
                </a:lnTo>
                <a:lnTo>
                  <a:pt x="265391" y="265264"/>
                </a:lnTo>
                <a:lnTo>
                  <a:pt x="259422" y="274281"/>
                </a:lnTo>
                <a:lnTo>
                  <a:pt x="257136" y="285330"/>
                </a:lnTo>
                <a:lnTo>
                  <a:pt x="259422" y="296367"/>
                </a:lnTo>
                <a:lnTo>
                  <a:pt x="265391" y="305384"/>
                </a:lnTo>
                <a:lnTo>
                  <a:pt x="274408" y="311480"/>
                </a:lnTo>
                <a:lnTo>
                  <a:pt x="285457" y="313766"/>
                </a:lnTo>
                <a:lnTo>
                  <a:pt x="296621" y="311480"/>
                </a:lnTo>
                <a:lnTo>
                  <a:pt x="305638" y="305384"/>
                </a:lnTo>
                <a:lnTo>
                  <a:pt x="311607" y="296367"/>
                </a:lnTo>
                <a:lnTo>
                  <a:pt x="313893" y="285330"/>
                </a:lnTo>
                <a:close/>
              </a:path>
              <a:path w="1885315" h="1875154">
                <a:moveTo>
                  <a:pt x="313893" y="23622"/>
                </a:moveTo>
                <a:lnTo>
                  <a:pt x="311607" y="14478"/>
                </a:lnTo>
                <a:lnTo>
                  <a:pt x="305638" y="6858"/>
                </a:lnTo>
                <a:lnTo>
                  <a:pt x="296621" y="1905"/>
                </a:lnTo>
                <a:lnTo>
                  <a:pt x="285457" y="0"/>
                </a:lnTo>
                <a:lnTo>
                  <a:pt x="274408" y="1905"/>
                </a:lnTo>
                <a:lnTo>
                  <a:pt x="265391" y="6858"/>
                </a:lnTo>
                <a:lnTo>
                  <a:pt x="259422" y="14478"/>
                </a:lnTo>
                <a:lnTo>
                  <a:pt x="257136" y="23622"/>
                </a:lnTo>
                <a:lnTo>
                  <a:pt x="259422" y="32893"/>
                </a:lnTo>
                <a:lnTo>
                  <a:pt x="265391" y="40386"/>
                </a:lnTo>
                <a:lnTo>
                  <a:pt x="274408" y="45466"/>
                </a:lnTo>
                <a:lnTo>
                  <a:pt x="285457" y="47244"/>
                </a:lnTo>
                <a:lnTo>
                  <a:pt x="296621" y="45466"/>
                </a:lnTo>
                <a:lnTo>
                  <a:pt x="305638" y="40386"/>
                </a:lnTo>
                <a:lnTo>
                  <a:pt x="311607" y="32893"/>
                </a:lnTo>
                <a:lnTo>
                  <a:pt x="313893" y="23622"/>
                </a:lnTo>
                <a:close/>
              </a:path>
              <a:path w="1885315" h="1875154">
                <a:moveTo>
                  <a:pt x="571030" y="1851329"/>
                </a:moveTo>
                <a:lnTo>
                  <a:pt x="569252" y="1842135"/>
                </a:lnTo>
                <a:lnTo>
                  <a:pt x="564172" y="1834616"/>
                </a:lnTo>
                <a:lnTo>
                  <a:pt x="556679" y="1829549"/>
                </a:lnTo>
                <a:lnTo>
                  <a:pt x="547408" y="1827695"/>
                </a:lnTo>
                <a:lnTo>
                  <a:pt x="538264" y="1829549"/>
                </a:lnTo>
                <a:lnTo>
                  <a:pt x="530783" y="1834616"/>
                </a:lnTo>
                <a:lnTo>
                  <a:pt x="525703" y="1842135"/>
                </a:lnTo>
                <a:lnTo>
                  <a:pt x="523798" y="1851329"/>
                </a:lnTo>
                <a:lnTo>
                  <a:pt x="525703" y="1860537"/>
                </a:lnTo>
                <a:lnTo>
                  <a:pt x="530783" y="1868055"/>
                </a:lnTo>
                <a:lnTo>
                  <a:pt x="538264" y="1873123"/>
                </a:lnTo>
                <a:lnTo>
                  <a:pt x="547408" y="1874977"/>
                </a:lnTo>
                <a:lnTo>
                  <a:pt x="556679" y="1873123"/>
                </a:lnTo>
                <a:lnTo>
                  <a:pt x="564172" y="1868055"/>
                </a:lnTo>
                <a:lnTo>
                  <a:pt x="569252" y="1860537"/>
                </a:lnTo>
                <a:lnTo>
                  <a:pt x="571030" y="1851329"/>
                </a:lnTo>
                <a:close/>
              </a:path>
              <a:path w="1885315" h="1875154">
                <a:moveTo>
                  <a:pt x="571030" y="1589519"/>
                </a:moveTo>
                <a:lnTo>
                  <a:pt x="569252" y="1578470"/>
                </a:lnTo>
                <a:lnTo>
                  <a:pt x="564172" y="1569466"/>
                </a:lnTo>
                <a:lnTo>
                  <a:pt x="556679" y="1563382"/>
                </a:lnTo>
                <a:lnTo>
                  <a:pt x="547408" y="1561160"/>
                </a:lnTo>
                <a:lnTo>
                  <a:pt x="538264" y="1563382"/>
                </a:lnTo>
                <a:lnTo>
                  <a:pt x="530783" y="1569466"/>
                </a:lnTo>
                <a:lnTo>
                  <a:pt x="525703" y="1578470"/>
                </a:lnTo>
                <a:lnTo>
                  <a:pt x="523798" y="1589519"/>
                </a:lnTo>
                <a:lnTo>
                  <a:pt x="525703" y="1600568"/>
                </a:lnTo>
                <a:lnTo>
                  <a:pt x="530783" y="1609585"/>
                </a:lnTo>
                <a:lnTo>
                  <a:pt x="538264" y="1615655"/>
                </a:lnTo>
                <a:lnTo>
                  <a:pt x="547408" y="1617891"/>
                </a:lnTo>
                <a:lnTo>
                  <a:pt x="556679" y="1615655"/>
                </a:lnTo>
                <a:lnTo>
                  <a:pt x="564172" y="1609585"/>
                </a:lnTo>
                <a:lnTo>
                  <a:pt x="569252" y="1600568"/>
                </a:lnTo>
                <a:lnTo>
                  <a:pt x="571030" y="1589519"/>
                </a:lnTo>
                <a:close/>
              </a:path>
              <a:path w="1885315" h="1875154">
                <a:moveTo>
                  <a:pt x="571030" y="1332509"/>
                </a:moveTo>
                <a:lnTo>
                  <a:pt x="569252" y="1321460"/>
                </a:lnTo>
                <a:lnTo>
                  <a:pt x="564172" y="1312443"/>
                </a:lnTo>
                <a:lnTo>
                  <a:pt x="556679" y="1306360"/>
                </a:lnTo>
                <a:lnTo>
                  <a:pt x="547408" y="1304137"/>
                </a:lnTo>
                <a:lnTo>
                  <a:pt x="538264" y="1306360"/>
                </a:lnTo>
                <a:lnTo>
                  <a:pt x="530783" y="1312443"/>
                </a:lnTo>
                <a:lnTo>
                  <a:pt x="525703" y="1321460"/>
                </a:lnTo>
                <a:lnTo>
                  <a:pt x="523798" y="1332509"/>
                </a:lnTo>
                <a:lnTo>
                  <a:pt x="525703" y="1343533"/>
                </a:lnTo>
                <a:lnTo>
                  <a:pt x="530783" y="1352562"/>
                </a:lnTo>
                <a:lnTo>
                  <a:pt x="538264" y="1358633"/>
                </a:lnTo>
                <a:lnTo>
                  <a:pt x="547408" y="1360868"/>
                </a:lnTo>
                <a:lnTo>
                  <a:pt x="556679" y="1358633"/>
                </a:lnTo>
                <a:lnTo>
                  <a:pt x="564172" y="1352562"/>
                </a:lnTo>
                <a:lnTo>
                  <a:pt x="569252" y="1343533"/>
                </a:lnTo>
                <a:lnTo>
                  <a:pt x="571030" y="1332509"/>
                </a:lnTo>
                <a:close/>
              </a:path>
              <a:path w="1885315" h="1875154">
                <a:moveTo>
                  <a:pt x="571030" y="1070749"/>
                </a:moveTo>
                <a:lnTo>
                  <a:pt x="569252" y="1061554"/>
                </a:lnTo>
                <a:lnTo>
                  <a:pt x="564172" y="1054036"/>
                </a:lnTo>
                <a:lnTo>
                  <a:pt x="556679" y="1048969"/>
                </a:lnTo>
                <a:lnTo>
                  <a:pt x="547408" y="1047115"/>
                </a:lnTo>
                <a:lnTo>
                  <a:pt x="538264" y="1048969"/>
                </a:lnTo>
                <a:lnTo>
                  <a:pt x="530783" y="1054036"/>
                </a:lnTo>
                <a:lnTo>
                  <a:pt x="525703" y="1061554"/>
                </a:lnTo>
                <a:lnTo>
                  <a:pt x="523798" y="1070749"/>
                </a:lnTo>
                <a:lnTo>
                  <a:pt x="525703" y="1079957"/>
                </a:lnTo>
                <a:lnTo>
                  <a:pt x="530783" y="1087475"/>
                </a:lnTo>
                <a:lnTo>
                  <a:pt x="538264" y="1092542"/>
                </a:lnTo>
                <a:lnTo>
                  <a:pt x="547408" y="1094384"/>
                </a:lnTo>
                <a:lnTo>
                  <a:pt x="556679" y="1092542"/>
                </a:lnTo>
                <a:lnTo>
                  <a:pt x="564172" y="1087475"/>
                </a:lnTo>
                <a:lnTo>
                  <a:pt x="569252" y="1079957"/>
                </a:lnTo>
                <a:lnTo>
                  <a:pt x="571030" y="1070749"/>
                </a:lnTo>
                <a:close/>
              </a:path>
              <a:path w="1885315" h="1875154">
                <a:moveTo>
                  <a:pt x="571030" y="808990"/>
                </a:moveTo>
                <a:lnTo>
                  <a:pt x="569252" y="797941"/>
                </a:lnTo>
                <a:lnTo>
                  <a:pt x="564172" y="788924"/>
                </a:lnTo>
                <a:lnTo>
                  <a:pt x="556679" y="782828"/>
                </a:lnTo>
                <a:lnTo>
                  <a:pt x="547408" y="780542"/>
                </a:lnTo>
                <a:lnTo>
                  <a:pt x="538264" y="782828"/>
                </a:lnTo>
                <a:lnTo>
                  <a:pt x="530783" y="788924"/>
                </a:lnTo>
                <a:lnTo>
                  <a:pt x="525703" y="797941"/>
                </a:lnTo>
                <a:lnTo>
                  <a:pt x="523798" y="808990"/>
                </a:lnTo>
                <a:lnTo>
                  <a:pt x="525703" y="820039"/>
                </a:lnTo>
                <a:lnTo>
                  <a:pt x="530783" y="829056"/>
                </a:lnTo>
                <a:lnTo>
                  <a:pt x="538264" y="835025"/>
                </a:lnTo>
                <a:lnTo>
                  <a:pt x="547408" y="837311"/>
                </a:lnTo>
                <a:lnTo>
                  <a:pt x="556679" y="835025"/>
                </a:lnTo>
                <a:lnTo>
                  <a:pt x="564172" y="829056"/>
                </a:lnTo>
                <a:lnTo>
                  <a:pt x="569252" y="820039"/>
                </a:lnTo>
                <a:lnTo>
                  <a:pt x="571030" y="808990"/>
                </a:lnTo>
                <a:close/>
              </a:path>
              <a:path w="1885315" h="1875154">
                <a:moveTo>
                  <a:pt x="571030" y="547154"/>
                </a:moveTo>
                <a:lnTo>
                  <a:pt x="569252" y="538010"/>
                </a:lnTo>
                <a:lnTo>
                  <a:pt x="564172" y="530517"/>
                </a:lnTo>
                <a:lnTo>
                  <a:pt x="556679" y="525449"/>
                </a:lnTo>
                <a:lnTo>
                  <a:pt x="547408" y="523544"/>
                </a:lnTo>
                <a:lnTo>
                  <a:pt x="538264" y="525449"/>
                </a:lnTo>
                <a:lnTo>
                  <a:pt x="530783" y="530517"/>
                </a:lnTo>
                <a:lnTo>
                  <a:pt x="525703" y="538010"/>
                </a:lnTo>
                <a:lnTo>
                  <a:pt x="523798" y="547154"/>
                </a:lnTo>
                <a:lnTo>
                  <a:pt x="525703" y="556425"/>
                </a:lnTo>
                <a:lnTo>
                  <a:pt x="530783" y="563918"/>
                </a:lnTo>
                <a:lnTo>
                  <a:pt x="538264" y="568998"/>
                </a:lnTo>
                <a:lnTo>
                  <a:pt x="547408" y="570776"/>
                </a:lnTo>
                <a:lnTo>
                  <a:pt x="556679" y="568998"/>
                </a:lnTo>
                <a:lnTo>
                  <a:pt x="564172" y="563918"/>
                </a:lnTo>
                <a:lnTo>
                  <a:pt x="569252" y="556425"/>
                </a:lnTo>
                <a:lnTo>
                  <a:pt x="571030" y="547154"/>
                </a:lnTo>
                <a:close/>
              </a:path>
              <a:path w="1885315" h="1875154">
                <a:moveTo>
                  <a:pt x="571030" y="285330"/>
                </a:moveTo>
                <a:lnTo>
                  <a:pt x="569252" y="274281"/>
                </a:lnTo>
                <a:lnTo>
                  <a:pt x="564172" y="265264"/>
                </a:lnTo>
                <a:lnTo>
                  <a:pt x="556679" y="259295"/>
                </a:lnTo>
                <a:lnTo>
                  <a:pt x="547408" y="257009"/>
                </a:lnTo>
                <a:lnTo>
                  <a:pt x="538264" y="259295"/>
                </a:lnTo>
                <a:lnTo>
                  <a:pt x="530783" y="265264"/>
                </a:lnTo>
                <a:lnTo>
                  <a:pt x="525703" y="274281"/>
                </a:lnTo>
                <a:lnTo>
                  <a:pt x="523798" y="285330"/>
                </a:lnTo>
                <a:lnTo>
                  <a:pt x="525703" y="296367"/>
                </a:lnTo>
                <a:lnTo>
                  <a:pt x="530783" y="305384"/>
                </a:lnTo>
                <a:lnTo>
                  <a:pt x="538264" y="311480"/>
                </a:lnTo>
                <a:lnTo>
                  <a:pt x="547408" y="313766"/>
                </a:lnTo>
                <a:lnTo>
                  <a:pt x="556679" y="311480"/>
                </a:lnTo>
                <a:lnTo>
                  <a:pt x="564172" y="305384"/>
                </a:lnTo>
                <a:lnTo>
                  <a:pt x="569252" y="296367"/>
                </a:lnTo>
                <a:lnTo>
                  <a:pt x="571030" y="285330"/>
                </a:lnTo>
                <a:close/>
              </a:path>
              <a:path w="1885315" h="1875154">
                <a:moveTo>
                  <a:pt x="571030" y="23622"/>
                </a:moveTo>
                <a:lnTo>
                  <a:pt x="569252" y="14478"/>
                </a:lnTo>
                <a:lnTo>
                  <a:pt x="564172" y="6858"/>
                </a:lnTo>
                <a:lnTo>
                  <a:pt x="556679" y="1905"/>
                </a:lnTo>
                <a:lnTo>
                  <a:pt x="547408" y="0"/>
                </a:lnTo>
                <a:lnTo>
                  <a:pt x="538264" y="1905"/>
                </a:lnTo>
                <a:lnTo>
                  <a:pt x="530783" y="6858"/>
                </a:lnTo>
                <a:lnTo>
                  <a:pt x="525703" y="14478"/>
                </a:lnTo>
                <a:lnTo>
                  <a:pt x="523798" y="23622"/>
                </a:lnTo>
                <a:lnTo>
                  <a:pt x="525703" y="32893"/>
                </a:lnTo>
                <a:lnTo>
                  <a:pt x="530783" y="40386"/>
                </a:lnTo>
                <a:lnTo>
                  <a:pt x="538264" y="45466"/>
                </a:lnTo>
                <a:lnTo>
                  <a:pt x="547408" y="47244"/>
                </a:lnTo>
                <a:lnTo>
                  <a:pt x="556679" y="45466"/>
                </a:lnTo>
                <a:lnTo>
                  <a:pt x="564172" y="40386"/>
                </a:lnTo>
                <a:lnTo>
                  <a:pt x="569252" y="32893"/>
                </a:lnTo>
                <a:lnTo>
                  <a:pt x="571030" y="23622"/>
                </a:lnTo>
                <a:close/>
              </a:path>
              <a:path w="1885315" h="1875154">
                <a:moveTo>
                  <a:pt x="837692" y="1851329"/>
                </a:moveTo>
                <a:lnTo>
                  <a:pt x="835406" y="1842135"/>
                </a:lnTo>
                <a:lnTo>
                  <a:pt x="829437" y="1834616"/>
                </a:lnTo>
                <a:lnTo>
                  <a:pt x="820420" y="1829549"/>
                </a:lnTo>
                <a:lnTo>
                  <a:pt x="809244" y="1827695"/>
                </a:lnTo>
                <a:lnTo>
                  <a:pt x="798195" y="1829549"/>
                </a:lnTo>
                <a:lnTo>
                  <a:pt x="789178" y="1834616"/>
                </a:lnTo>
                <a:lnTo>
                  <a:pt x="783209" y="1842135"/>
                </a:lnTo>
                <a:lnTo>
                  <a:pt x="780923" y="1851329"/>
                </a:lnTo>
                <a:lnTo>
                  <a:pt x="783209" y="1860537"/>
                </a:lnTo>
                <a:lnTo>
                  <a:pt x="789178" y="1868055"/>
                </a:lnTo>
                <a:lnTo>
                  <a:pt x="798195" y="1873123"/>
                </a:lnTo>
                <a:lnTo>
                  <a:pt x="809244" y="1874977"/>
                </a:lnTo>
                <a:lnTo>
                  <a:pt x="820420" y="1873123"/>
                </a:lnTo>
                <a:lnTo>
                  <a:pt x="829437" y="1868055"/>
                </a:lnTo>
                <a:lnTo>
                  <a:pt x="835406" y="1860537"/>
                </a:lnTo>
                <a:lnTo>
                  <a:pt x="837692" y="1851329"/>
                </a:lnTo>
                <a:close/>
              </a:path>
              <a:path w="1885315" h="1875154">
                <a:moveTo>
                  <a:pt x="837692" y="1589519"/>
                </a:moveTo>
                <a:lnTo>
                  <a:pt x="835406" y="1578470"/>
                </a:lnTo>
                <a:lnTo>
                  <a:pt x="829437" y="1569466"/>
                </a:lnTo>
                <a:lnTo>
                  <a:pt x="820420" y="1563382"/>
                </a:lnTo>
                <a:lnTo>
                  <a:pt x="809244" y="1561160"/>
                </a:lnTo>
                <a:lnTo>
                  <a:pt x="798195" y="1563382"/>
                </a:lnTo>
                <a:lnTo>
                  <a:pt x="789178" y="1569466"/>
                </a:lnTo>
                <a:lnTo>
                  <a:pt x="783209" y="1578470"/>
                </a:lnTo>
                <a:lnTo>
                  <a:pt x="780923" y="1589519"/>
                </a:lnTo>
                <a:lnTo>
                  <a:pt x="783209" y="1600568"/>
                </a:lnTo>
                <a:lnTo>
                  <a:pt x="789178" y="1609585"/>
                </a:lnTo>
                <a:lnTo>
                  <a:pt x="798195" y="1615655"/>
                </a:lnTo>
                <a:lnTo>
                  <a:pt x="809244" y="1617891"/>
                </a:lnTo>
                <a:lnTo>
                  <a:pt x="820420" y="1615655"/>
                </a:lnTo>
                <a:lnTo>
                  <a:pt x="829437" y="1609585"/>
                </a:lnTo>
                <a:lnTo>
                  <a:pt x="835406" y="1600568"/>
                </a:lnTo>
                <a:lnTo>
                  <a:pt x="837692" y="1589519"/>
                </a:lnTo>
                <a:close/>
              </a:path>
              <a:path w="1885315" h="1875154">
                <a:moveTo>
                  <a:pt x="837692" y="1332509"/>
                </a:moveTo>
                <a:lnTo>
                  <a:pt x="835406" y="1321460"/>
                </a:lnTo>
                <a:lnTo>
                  <a:pt x="829437" y="1312443"/>
                </a:lnTo>
                <a:lnTo>
                  <a:pt x="820420" y="1306360"/>
                </a:lnTo>
                <a:lnTo>
                  <a:pt x="809244" y="1304137"/>
                </a:lnTo>
                <a:lnTo>
                  <a:pt x="798195" y="1306360"/>
                </a:lnTo>
                <a:lnTo>
                  <a:pt x="789178" y="1312443"/>
                </a:lnTo>
                <a:lnTo>
                  <a:pt x="783209" y="1321460"/>
                </a:lnTo>
                <a:lnTo>
                  <a:pt x="780923" y="1332509"/>
                </a:lnTo>
                <a:lnTo>
                  <a:pt x="783209" y="1343533"/>
                </a:lnTo>
                <a:lnTo>
                  <a:pt x="789178" y="1352562"/>
                </a:lnTo>
                <a:lnTo>
                  <a:pt x="798195" y="1358633"/>
                </a:lnTo>
                <a:lnTo>
                  <a:pt x="809244" y="1360868"/>
                </a:lnTo>
                <a:lnTo>
                  <a:pt x="820420" y="1358633"/>
                </a:lnTo>
                <a:lnTo>
                  <a:pt x="829437" y="1352562"/>
                </a:lnTo>
                <a:lnTo>
                  <a:pt x="835406" y="1343533"/>
                </a:lnTo>
                <a:lnTo>
                  <a:pt x="837692" y="1332509"/>
                </a:lnTo>
                <a:close/>
              </a:path>
              <a:path w="1885315" h="1875154">
                <a:moveTo>
                  <a:pt x="837692" y="1070749"/>
                </a:moveTo>
                <a:lnTo>
                  <a:pt x="835406" y="1061554"/>
                </a:lnTo>
                <a:lnTo>
                  <a:pt x="829437" y="1054036"/>
                </a:lnTo>
                <a:lnTo>
                  <a:pt x="820420" y="1048969"/>
                </a:lnTo>
                <a:lnTo>
                  <a:pt x="809244" y="1047115"/>
                </a:lnTo>
                <a:lnTo>
                  <a:pt x="798195" y="1048969"/>
                </a:lnTo>
                <a:lnTo>
                  <a:pt x="789178" y="1054036"/>
                </a:lnTo>
                <a:lnTo>
                  <a:pt x="783209" y="1061554"/>
                </a:lnTo>
                <a:lnTo>
                  <a:pt x="780923" y="1070749"/>
                </a:lnTo>
                <a:lnTo>
                  <a:pt x="783209" y="1079957"/>
                </a:lnTo>
                <a:lnTo>
                  <a:pt x="789178" y="1087475"/>
                </a:lnTo>
                <a:lnTo>
                  <a:pt x="798195" y="1092542"/>
                </a:lnTo>
                <a:lnTo>
                  <a:pt x="809244" y="1094384"/>
                </a:lnTo>
                <a:lnTo>
                  <a:pt x="820420" y="1092542"/>
                </a:lnTo>
                <a:lnTo>
                  <a:pt x="829437" y="1087475"/>
                </a:lnTo>
                <a:lnTo>
                  <a:pt x="835406" y="1079957"/>
                </a:lnTo>
                <a:lnTo>
                  <a:pt x="837692" y="1070749"/>
                </a:lnTo>
                <a:close/>
              </a:path>
              <a:path w="1885315" h="1875154">
                <a:moveTo>
                  <a:pt x="837692" y="808990"/>
                </a:moveTo>
                <a:lnTo>
                  <a:pt x="835406" y="797941"/>
                </a:lnTo>
                <a:lnTo>
                  <a:pt x="829437" y="788924"/>
                </a:lnTo>
                <a:lnTo>
                  <a:pt x="820420" y="782828"/>
                </a:lnTo>
                <a:lnTo>
                  <a:pt x="809244" y="780542"/>
                </a:lnTo>
                <a:lnTo>
                  <a:pt x="798195" y="782828"/>
                </a:lnTo>
                <a:lnTo>
                  <a:pt x="789178" y="788924"/>
                </a:lnTo>
                <a:lnTo>
                  <a:pt x="783209" y="797941"/>
                </a:lnTo>
                <a:lnTo>
                  <a:pt x="780923" y="808990"/>
                </a:lnTo>
                <a:lnTo>
                  <a:pt x="783209" y="820039"/>
                </a:lnTo>
                <a:lnTo>
                  <a:pt x="789178" y="829056"/>
                </a:lnTo>
                <a:lnTo>
                  <a:pt x="798195" y="835025"/>
                </a:lnTo>
                <a:lnTo>
                  <a:pt x="809244" y="837311"/>
                </a:lnTo>
                <a:lnTo>
                  <a:pt x="820420" y="835025"/>
                </a:lnTo>
                <a:lnTo>
                  <a:pt x="829437" y="829056"/>
                </a:lnTo>
                <a:lnTo>
                  <a:pt x="835406" y="820039"/>
                </a:lnTo>
                <a:lnTo>
                  <a:pt x="837692" y="808990"/>
                </a:lnTo>
                <a:close/>
              </a:path>
              <a:path w="1885315" h="1875154">
                <a:moveTo>
                  <a:pt x="837692" y="547154"/>
                </a:moveTo>
                <a:lnTo>
                  <a:pt x="835406" y="538010"/>
                </a:lnTo>
                <a:lnTo>
                  <a:pt x="829437" y="530517"/>
                </a:lnTo>
                <a:lnTo>
                  <a:pt x="820420" y="525449"/>
                </a:lnTo>
                <a:lnTo>
                  <a:pt x="809244" y="523544"/>
                </a:lnTo>
                <a:lnTo>
                  <a:pt x="798195" y="525449"/>
                </a:lnTo>
                <a:lnTo>
                  <a:pt x="789178" y="530517"/>
                </a:lnTo>
                <a:lnTo>
                  <a:pt x="783209" y="538010"/>
                </a:lnTo>
                <a:lnTo>
                  <a:pt x="780923" y="547154"/>
                </a:lnTo>
                <a:lnTo>
                  <a:pt x="783209" y="556425"/>
                </a:lnTo>
                <a:lnTo>
                  <a:pt x="789178" y="563918"/>
                </a:lnTo>
                <a:lnTo>
                  <a:pt x="798195" y="568998"/>
                </a:lnTo>
                <a:lnTo>
                  <a:pt x="809244" y="570776"/>
                </a:lnTo>
                <a:lnTo>
                  <a:pt x="820420" y="568998"/>
                </a:lnTo>
                <a:lnTo>
                  <a:pt x="829437" y="563918"/>
                </a:lnTo>
                <a:lnTo>
                  <a:pt x="835406" y="556425"/>
                </a:lnTo>
                <a:lnTo>
                  <a:pt x="837692" y="547154"/>
                </a:lnTo>
                <a:close/>
              </a:path>
              <a:path w="1885315" h="1875154">
                <a:moveTo>
                  <a:pt x="837692" y="285330"/>
                </a:moveTo>
                <a:lnTo>
                  <a:pt x="835406" y="274281"/>
                </a:lnTo>
                <a:lnTo>
                  <a:pt x="829437" y="265264"/>
                </a:lnTo>
                <a:lnTo>
                  <a:pt x="820420" y="259295"/>
                </a:lnTo>
                <a:lnTo>
                  <a:pt x="809244" y="257009"/>
                </a:lnTo>
                <a:lnTo>
                  <a:pt x="798195" y="259295"/>
                </a:lnTo>
                <a:lnTo>
                  <a:pt x="789178" y="265264"/>
                </a:lnTo>
                <a:lnTo>
                  <a:pt x="783209" y="274281"/>
                </a:lnTo>
                <a:lnTo>
                  <a:pt x="780923" y="285330"/>
                </a:lnTo>
                <a:lnTo>
                  <a:pt x="783209" y="296367"/>
                </a:lnTo>
                <a:lnTo>
                  <a:pt x="789178" y="305384"/>
                </a:lnTo>
                <a:lnTo>
                  <a:pt x="798195" y="311480"/>
                </a:lnTo>
                <a:lnTo>
                  <a:pt x="809244" y="313766"/>
                </a:lnTo>
                <a:lnTo>
                  <a:pt x="820420" y="311480"/>
                </a:lnTo>
                <a:lnTo>
                  <a:pt x="829437" y="305384"/>
                </a:lnTo>
                <a:lnTo>
                  <a:pt x="835406" y="296367"/>
                </a:lnTo>
                <a:lnTo>
                  <a:pt x="837692" y="285330"/>
                </a:lnTo>
                <a:close/>
              </a:path>
              <a:path w="1885315" h="1875154">
                <a:moveTo>
                  <a:pt x="837692" y="23622"/>
                </a:moveTo>
                <a:lnTo>
                  <a:pt x="835406" y="14478"/>
                </a:lnTo>
                <a:lnTo>
                  <a:pt x="829437" y="6858"/>
                </a:lnTo>
                <a:lnTo>
                  <a:pt x="820420" y="1905"/>
                </a:lnTo>
                <a:lnTo>
                  <a:pt x="809244" y="0"/>
                </a:lnTo>
                <a:lnTo>
                  <a:pt x="798195" y="1905"/>
                </a:lnTo>
                <a:lnTo>
                  <a:pt x="789178" y="6858"/>
                </a:lnTo>
                <a:lnTo>
                  <a:pt x="783209" y="14478"/>
                </a:lnTo>
                <a:lnTo>
                  <a:pt x="780923" y="23622"/>
                </a:lnTo>
                <a:lnTo>
                  <a:pt x="783209" y="32893"/>
                </a:lnTo>
                <a:lnTo>
                  <a:pt x="789178" y="40386"/>
                </a:lnTo>
                <a:lnTo>
                  <a:pt x="798195" y="45466"/>
                </a:lnTo>
                <a:lnTo>
                  <a:pt x="809244" y="47244"/>
                </a:lnTo>
                <a:lnTo>
                  <a:pt x="820420" y="45466"/>
                </a:lnTo>
                <a:lnTo>
                  <a:pt x="829437" y="40386"/>
                </a:lnTo>
                <a:lnTo>
                  <a:pt x="835406" y="32893"/>
                </a:lnTo>
                <a:lnTo>
                  <a:pt x="837692" y="23622"/>
                </a:lnTo>
                <a:close/>
              </a:path>
              <a:path w="1885315" h="1875154">
                <a:moveTo>
                  <a:pt x="1094828" y="1851329"/>
                </a:moveTo>
                <a:lnTo>
                  <a:pt x="1093050" y="1842135"/>
                </a:lnTo>
                <a:lnTo>
                  <a:pt x="1087970" y="1834616"/>
                </a:lnTo>
                <a:lnTo>
                  <a:pt x="1080477" y="1829549"/>
                </a:lnTo>
                <a:lnTo>
                  <a:pt x="1071206" y="1827695"/>
                </a:lnTo>
                <a:lnTo>
                  <a:pt x="1062062" y="1829549"/>
                </a:lnTo>
                <a:lnTo>
                  <a:pt x="1054569" y="1834616"/>
                </a:lnTo>
                <a:lnTo>
                  <a:pt x="1049489" y="1842135"/>
                </a:lnTo>
                <a:lnTo>
                  <a:pt x="1047584" y="1851329"/>
                </a:lnTo>
                <a:lnTo>
                  <a:pt x="1049489" y="1860537"/>
                </a:lnTo>
                <a:lnTo>
                  <a:pt x="1054569" y="1868055"/>
                </a:lnTo>
                <a:lnTo>
                  <a:pt x="1062062" y="1873123"/>
                </a:lnTo>
                <a:lnTo>
                  <a:pt x="1071206" y="1874977"/>
                </a:lnTo>
                <a:lnTo>
                  <a:pt x="1080477" y="1873123"/>
                </a:lnTo>
                <a:lnTo>
                  <a:pt x="1087970" y="1868055"/>
                </a:lnTo>
                <a:lnTo>
                  <a:pt x="1093050" y="1860537"/>
                </a:lnTo>
                <a:lnTo>
                  <a:pt x="1094828" y="1851329"/>
                </a:lnTo>
                <a:close/>
              </a:path>
              <a:path w="1885315" h="1875154">
                <a:moveTo>
                  <a:pt x="1094828" y="1589519"/>
                </a:moveTo>
                <a:lnTo>
                  <a:pt x="1093050" y="1578470"/>
                </a:lnTo>
                <a:lnTo>
                  <a:pt x="1087970" y="1569466"/>
                </a:lnTo>
                <a:lnTo>
                  <a:pt x="1080477" y="1563382"/>
                </a:lnTo>
                <a:lnTo>
                  <a:pt x="1071206" y="1561160"/>
                </a:lnTo>
                <a:lnTo>
                  <a:pt x="1062062" y="1563382"/>
                </a:lnTo>
                <a:lnTo>
                  <a:pt x="1054569" y="1569466"/>
                </a:lnTo>
                <a:lnTo>
                  <a:pt x="1049489" y="1578470"/>
                </a:lnTo>
                <a:lnTo>
                  <a:pt x="1047584" y="1589519"/>
                </a:lnTo>
                <a:lnTo>
                  <a:pt x="1049489" y="1600568"/>
                </a:lnTo>
                <a:lnTo>
                  <a:pt x="1054569" y="1609585"/>
                </a:lnTo>
                <a:lnTo>
                  <a:pt x="1062062" y="1615655"/>
                </a:lnTo>
                <a:lnTo>
                  <a:pt x="1071206" y="1617891"/>
                </a:lnTo>
                <a:lnTo>
                  <a:pt x="1080477" y="1615655"/>
                </a:lnTo>
                <a:lnTo>
                  <a:pt x="1087970" y="1609585"/>
                </a:lnTo>
                <a:lnTo>
                  <a:pt x="1093050" y="1600568"/>
                </a:lnTo>
                <a:lnTo>
                  <a:pt x="1094828" y="1589519"/>
                </a:lnTo>
                <a:close/>
              </a:path>
              <a:path w="1885315" h="1875154">
                <a:moveTo>
                  <a:pt x="1094828" y="1332509"/>
                </a:moveTo>
                <a:lnTo>
                  <a:pt x="1093050" y="1321460"/>
                </a:lnTo>
                <a:lnTo>
                  <a:pt x="1087970" y="1312443"/>
                </a:lnTo>
                <a:lnTo>
                  <a:pt x="1080477" y="1306360"/>
                </a:lnTo>
                <a:lnTo>
                  <a:pt x="1071206" y="1304137"/>
                </a:lnTo>
                <a:lnTo>
                  <a:pt x="1062062" y="1306360"/>
                </a:lnTo>
                <a:lnTo>
                  <a:pt x="1054569" y="1312443"/>
                </a:lnTo>
                <a:lnTo>
                  <a:pt x="1049489" y="1321460"/>
                </a:lnTo>
                <a:lnTo>
                  <a:pt x="1047584" y="1332509"/>
                </a:lnTo>
                <a:lnTo>
                  <a:pt x="1049489" y="1343533"/>
                </a:lnTo>
                <a:lnTo>
                  <a:pt x="1054569" y="1352562"/>
                </a:lnTo>
                <a:lnTo>
                  <a:pt x="1062062" y="1358633"/>
                </a:lnTo>
                <a:lnTo>
                  <a:pt x="1071206" y="1360868"/>
                </a:lnTo>
                <a:lnTo>
                  <a:pt x="1080477" y="1358633"/>
                </a:lnTo>
                <a:lnTo>
                  <a:pt x="1087970" y="1352562"/>
                </a:lnTo>
                <a:lnTo>
                  <a:pt x="1093050" y="1343533"/>
                </a:lnTo>
                <a:lnTo>
                  <a:pt x="1094828" y="1332509"/>
                </a:lnTo>
                <a:close/>
              </a:path>
              <a:path w="1885315" h="1875154">
                <a:moveTo>
                  <a:pt x="1094828" y="1070749"/>
                </a:moveTo>
                <a:lnTo>
                  <a:pt x="1093050" y="1061554"/>
                </a:lnTo>
                <a:lnTo>
                  <a:pt x="1087970" y="1054036"/>
                </a:lnTo>
                <a:lnTo>
                  <a:pt x="1080477" y="1048969"/>
                </a:lnTo>
                <a:lnTo>
                  <a:pt x="1071206" y="1047115"/>
                </a:lnTo>
                <a:lnTo>
                  <a:pt x="1062062" y="1048969"/>
                </a:lnTo>
                <a:lnTo>
                  <a:pt x="1054569" y="1054036"/>
                </a:lnTo>
                <a:lnTo>
                  <a:pt x="1049489" y="1061554"/>
                </a:lnTo>
                <a:lnTo>
                  <a:pt x="1047584" y="1070749"/>
                </a:lnTo>
                <a:lnTo>
                  <a:pt x="1049489" y="1079957"/>
                </a:lnTo>
                <a:lnTo>
                  <a:pt x="1054569" y="1087475"/>
                </a:lnTo>
                <a:lnTo>
                  <a:pt x="1062062" y="1092542"/>
                </a:lnTo>
                <a:lnTo>
                  <a:pt x="1071206" y="1094384"/>
                </a:lnTo>
                <a:lnTo>
                  <a:pt x="1080477" y="1092542"/>
                </a:lnTo>
                <a:lnTo>
                  <a:pt x="1087970" y="1087475"/>
                </a:lnTo>
                <a:lnTo>
                  <a:pt x="1093050" y="1079957"/>
                </a:lnTo>
                <a:lnTo>
                  <a:pt x="1094828" y="1070749"/>
                </a:lnTo>
                <a:close/>
              </a:path>
              <a:path w="1885315" h="1875154">
                <a:moveTo>
                  <a:pt x="1094828" y="808990"/>
                </a:moveTo>
                <a:lnTo>
                  <a:pt x="1093050" y="797941"/>
                </a:lnTo>
                <a:lnTo>
                  <a:pt x="1087970" y="788924"/>
                </a:lnTo>
                <a:lnTo>
                  <a:pt x="1080477" y="782828"/>
                </a:lnTo>
                <a:lnTo>
                  <a:pt x="1071206" y="780542"/>
                </a:lnTo>
                <a:lnTo>
                  <a:pt x="1062062" y="782828"/>
                </a:lnTo>
                <a:lnTo>
                  <a:pt x="1054569" y="788924"/>
                </a:lnTo>
                <a:lnTo>
                  <a:pt x="1049489" y="797941"/>
                </a:lnTo>
                <a:lnTo>
                  <a:pt x="1047584" y="808990"/>
                </a:lnTo>
                <a:lnTo>
                  <a:pt x="1049489" y="820039"/>
                </a:lnTo>
                <a:lnTo>
                  <a:pt x="1054569" y="829056"/>
                </a:lnTo>
                <a:lnTo>
                  <a:pt x="1062062" y="835025"/>
                </a:lnTo>
                <a:lnTo>
                  <a:pt x="1071206" y="837311"/>
                </a:lnTo>
                <a:lnTo>
                  <a:pt x="1080477" y="835025"/>
                </a:lnTo>
                <a:lnTo>
                  <a:pt x="1087970" y="829056"/>
                </a:lnTo>
                <a:lnTo>
                  <a:pt x="1093050" y="820039"/>
                </a:lnTo>
                <a:lnTo>
                  <a:pt x="1094828" y="808990"/>
                </a:lnTo>
                <a:close/>
              </a:path>
              <a:path w="1885315" h="1875154">
                <a:moveTo>
                  <a:pt x="1094828" y="547154"/>
                </a:moveTo>
                <a:lnTo>
                  <a:pt x="1093050" y="538010"/>
                </a:lnTo>
                <a:lnTo>
                  <a:pt x="1087970" y="530517"/>
                </a:lnTo>
                <a:lnTo>
                  <a:pt x="1080477" y="525449"/>
                </a:lnTo>
                <a:lnTo>
                  <a:pt x="1071206" y="523544"/>
                </a:lnTo>
                <a:lnTo>
                  <a:pt x="1062062" y="525449"/>
                </a:lnTo>
                <a:lnTo>
                  <a:pt x="1054569" y="530517"/>
                </a:lnTo>
                <a:lnTo>
                  <a:pt x="1049489" y="538010"/>
                </a:lnTo>
                <a:lnTo>
                  <a:pt x="1047584" y="547154"/>
                </a:lnTo>
                <a:lnTo>
                  <a:pt x="1049489" y="556425"/>
                </a:lnTo>
                <a:lnTo>
                  <a:pt x="1054569" y="563918"/>
                </a:lnTo>
                <a:lnTo>
                  <a:pt x="1062062" y="568998"/>
                </a:lnTo>
                <a:lnTo>
                  <a:pt x="1071206" y="570776"/>
                </a:lnTo>
                <a:lnTo>
                  <a:pt x="1080477" y="568998"/>
                </a:lnTo>
                <a:lnTo>
                  <a:pt x="1087970" y="563918"/>
                </a:lnTo>
                <a:lnTo>
                  <a:pt x="1093050" y="556425"/>
                </a:lnTo>
                <a:lnTo>
                  <a:pt x="1094828" y="547154"/>
                </a:lnTo>
                <a:close/>
              </a:path>
              <a:path w="1885315" h="1875154">
                <a:moveTo>
                  <a:pt x="1094828" y="285330"/>
                </a:moveTo>
                <a:lnTo>
                  <a:pt x="1093050" y="274281"/>
                </a:lnTo>
                <a:lnTo>
                  <a:pt x="1087970" y="265264"/>
                </a:lnTo>
                <a:lnTo>
                  <a:pt x="1080477" y="259295"/>
                </a:lnTo>
                <a:lnTo>
                  <a:pt x="1071206" y="257009"/>
                </a:lnTo>
                <a:lnTo>
                  <a:pt x="1062062" y="259295"/>
                </a:lnTo>
                <a:lnTo>
                  <a:pt x="1054569" y="265264"/>
                </a:lnTo>
                <a:lnTo>
                  <a:pt x="1049489" y="274281"/>
                </a:lnTo>
                <a:lnTo>
                  <a:pt x="1047584" y="285330"/>
                </a:lnTo>
                <a:lnTo>
                  <a:pt x="1049489" y="296367"/>
                </a:lnTo>
                <a:lnTo>
                  <a:pt x="1054569" y="305384"/>
                </a:lnTo>
                <a:lnTo>
                  <a:pt x="1062062" y="311480"/>
                </a:lnTo>
                <a:lnTo>
                  <a:pt x="1071206" y="313766"/>
                </a:lnTo>
                <a:lnTo>
                  <a:pt x="1080477" y="311480"/>
                </a:lnTo>
                <a:lnTo>
                  <a:pt x="1087970" y="305384"/>
                </a:lnTo>
                <a:lnTo>
                  <a:pt x="1093050" y="296367"/>
                </a:lnTo>
                <a:lnTo>
                  <a:pt x="1094828" y="285330"/>
                </a:lnTo>
                <a:close/>
              </a:path>
              <a:path w="1885315" h="1875154">
                <a:moveTo>
                  <a:pt x="1094828" y="23622"/>
                </a:moveTo>
                <a:lnTo>
                  <a:pt x="1093050" y="14478"/>
                </a:lnTo>
                <a:lnTo>
                  <a:pt x="1087970" y="6858"/>
                </a:lnTo>
                <a:lnTo>
                  <a:pt x="1080477" y="1905"/>
                </a:lnTo>
                <a:lnTo>
                  <a:pt x="1071206" y="0"/>
                </a:lnTo>
                <a:lnTo>
                  <a:pt x="1062062" y="1905"/>
                </a:lnTo>
                <a:lnTo>
                  <a:pt x="1054569" y="6858"/>
                </a:lnTo>
                <a:lnTo>
                  <a:pt x="1049489" y="14478"/>
                </a:lnTo>
                <a:lnTo>
                  <a:pt x="1047584" y="23622"/>
                </a:lnTo>
                <a:lnTo>
                  <a:pt x="1049489" y="32893"/>
                </a:lnTo>
                <a:lnTo>
                  <a:pt x="1054569" y="40386"/>
                </a:lnTo>
                <a:lnTo>
                  <a:pt x="1062062" y="45466"/>
                </a:lnTo>
                <a:lnTo>
                  <a:pt x="1071206" y="47244"/>
                </a:lnTo>
                <a:lnTo>
                  <a:pt x="1080477" y="45466"/>
                </a:lnTo>
                <a:lnTo>
                  <a:pt x="1087970" y="40386"/>
                </a:lnTo>
                <a:lnTo>
                  <a:pt x="1093050" y="32893"/>
                </a:lnTo>
                <a:lnTo>
                  <a:pt x="1094828" y="23622"/>
                </a:lnTo>
                <a:close/>
              </a:path>
              <a:path w="1885315" h="1875154">
                <a:moveTo>
                  <a:pt x="1361478" y="1851329"/>
                </a:moveTo>
                <a:lnTo>
                  <a:pt x="1359192" y="1842135"/>
                </a:lnTo>
                <a:lnTo>
                  <a:pt x="1353223" y="1834616"/>
                </a:lnTo>
                <a:lnTo>
                  <a:pt x="1344206" y="1829549"/>
                </a:lnTo>
                <a:lnTo>
                  <a:pt x="1333042" y="1827695"/>
                </a:lnTo>
                <a:lnTo>
                  <a:pt x="1321993" y="1829549"/>
                </a:lnTo>
                <a:lnTo>
                  <a:pt x="1312976" y="1834616"/>
                </a:lnTo>
                <a:lnTo>
                  <a:pt x="1307007" y="1842135"/>
                </a:lnTo>
                <a:lnTo>
                  <a:pt x="1304721" y="1851329"/>
                </a:lnTo>
                <a:lnTo>
                  <a:pt x="1307007" y="1860537"/>
                </a:lnTo>
                <a:lnTo>
                  <a:pt x="1312976" y="1868055"/>
                </a:lnTo>
                <a:lnTo>
                  <a:pt x="1321993" y="1873123"/>
                </a:lnTo>
                <a:lnTo>
                  <a:pt x="1333042" y="1874977"/>
                </a:lnTo>
                <a:lnTo>
                  <a:pt x="1344206" y="1873123"/>
                </a:lnTo>
                <a:lnTo>
                  <a:pt x="1353223" y="1868055"/>
                </a:lnTo>
                <a:lnTo>
                  <a:pt x="1359192" y="1860537"/>
                </a:lnTo>
                <a:lnTo>
                  <a:pt x="1361478" y="1851329"/>
                </a:lnTo>
                <a:close/>
              </a:path>
              <a:path w="1885315" h="1875154">
                <a:moveTo>
                  <a:pt x="1361478" y="1589519"/>
                </a:moveTo>
                <a:lnTo>
                  <a:pt x="1359192" y="1578470"/>
                </a:lnTo>
                <a:lnTo>
                  <a:pt x="1353223" y="1569466"/>
                </a:lnTo>
                <a:lnTo>
                  <a:pt x="1344206" y="1563382"/>
                </a:lnTo>
                <a:lnTo>
                  <a:pt x="1333042" y="1561160"/>
                </a:lnTo>
                <a:lnTo>
                  <a:pt x="1321993" y="1563382"/>
                </a:lnTo>
                <a:lnTo>
                  <a:pt x="1312976" y="1569466"/>
                </a:lnTo>
                <a:lnTo>
                  <a:pt x="1307007" y="1578470"/>
                </a:lnTo>
                <a:lnTo>
                  <a:pt x="1304721" y="1589519"/>
                </a:lnTo>
                <a:lnTo>
                  <a:pt x="1307007" y="1600568"/>
                </a:lnTo>
                <a:lnTo>
                  <a:pt x="1312976" y="1609585"/>
                </a:lnTo>
                <a:lnTo>
                  <a:pt x="1321993" y="1615655"/>
                </a:lnTo>
                <a:lnTo>
                  <a:pt x="1333042" y="1617891"/>
                </a:lnTo>
                <a:lnTo>
                  <a:pt x="1344206" y="1615655"/>
                </a:lnTo>
                <a:lnTo>
                  <a:pt x="1353223" y="1609585"/>
                </a:lnTo>
                <a:lnTo>
                  <a:pt x="1359192" y="1600568"/>
                </a:lnTo>
                <a:lnTo>
                  <a:pt x="1361478" y="1589519"/>
                </a:lnTo>
                <a:close/>
              </a:path>
              <a:path w="1885315" h="1875154">
                <a:moveTo>
                  <a:pt x="1361478" y="1332509"/>
                </a:moveTo>
                <a:lnTo>
                  <a:pt x="1359192" y="1321460"/>
                </a:lnTo>
                <a:lnTo>
                  <a:pt x="1353223" y="1312443"/>
                </a:lnTo>
                <a:lnTo>
                  <a:pt x="1344206" y="1306360"/>
                </a:lnTo>
                <a:lnTo>
                  <a:pt x="1333042" y="1304137"/>
                </a:lnTo>
                <a:lnTo>
                  <a:pt x="1321993" y="1306360"/>
                </a:lnTo>
                <a:lnTo>
                  <a:pt x="1312976" y="1312443"/>
                </a:lnTo>
                <a:lnTo>
                  <a:pt x="1307007" y="1321460"/>
                </a:lnTo>
                <a:lnTo>
                  <a:pt x="1304721" y="1332509"/>
                </a:lnTo>
                <a:lnTo>
                  <a:pt x="1307007" y="1343533"/>
                </a:lnTo>
                <a:lnTo>
                  <a:pt x="1312976" y="1352562"/>
                </a:lnTo>
                <a:lnTo>
                  <a:pt x="1321993" y="1358633"/>
                </a:lnTo>
                <a:lnTo>
                  <a:pt x="1333042" y="1360868"/>
                </a:lnTo>
                <a:lnTo>
                  <a:pt x="1344206" y="1358633"/>
                </a:lnTo>
                <a:lnTo>
                  <a:pt x="1353223" y="1352562"/>
                </a:lnTo>
                <a:lnTo>
                  <a:pt x="1359192" y="1343533"/>
                </a:lnTo>
                <a:lnTo>
                  <a:pt x="1361478" y="1332509"/>
                </a:lnTo>
                <a:close/>
              </a:path>
              <a:path w="1885315" h="1875154">
                <a:moveTo>
                  <a:pt x="1361478" y="1070749"/>
                </a:moveTo>
                <a:lnTo>
                  <a:pt x="1359192" y="1061554"/>
                </a:lnTo>
                <a:lnTo>
                  <a:pt x="1353223" y="1054036"/>
                </a:lnTo>
                <a:lnTo>
                  <a:pt x="1344206" y="1048969"/>
                </a:lnTo>
                <a:lnTo>
                  <a:pt x="1333042" y="1047115"/>
                </a:lnTo>
                <a:lnTo>
                  <a:pt x="1321993" y="1048969"/>
                </a:lnTo>
                <a:lnTo>
                  <a:pt x="1312976" y="1054036"/>
                </a:lnTo>
                <a:lnTo>
                  <a:pt x="1307007" y="1061554"/>
                </a:lnTo>
                <a:lnTo>
                  <a:pt x="1304721" y="1070749"/>
                </a:lnTo>
                <a:lnTo>
                  <a:pt x="1307007" y="1079957"/>
                </a:lnTo>
                <a:lnTo>
                  <a:pt x="1312976" y="1087475"/>
                </a:lnTo>
                <a:lnTo>
                  <a:pt x="1321993" y="1092542"/>
                </a:lnTo>
                <a:lnTo>
                  <a:pt x="1333042" y="1094384"/>
                </a:lnTo>
                <a:lnTo>
                  <a:pt x="1344206" y="1092542"/>
                </a:lnTo>
                <a:lnTo>
                  <a:pt x="1353223" y="1087475"/>
                </a:lnTo>
                <a:lnTo>
                  <a:pt x="1359192" y="1079957"/>
                </a:lnTo>
                <a:lnTo>
                  <a:pt x="1361478" y="1070749"/>
                </a:lnTo>
                <a:close/>
              </a:path>
              <a:path w="1885315" h="1875154">
                <a:moveTo>
                  <a:pt x="1361478" y="808990"/>
                </a:moveTo>
                <a:lnTo>
                  <a:pt x="1359192" y="797941"/>
                </a:lnTo>
                <a:lnTo>
                  <a:pt x="1353223" y="788924"/>
                </a:lnTo>
                <a:lnTo>
                  <a:pt x="1344206" y="782828"/>
                </a:lnTo>
                <a:lnTo>
                  <a:pt x="1333042" y="780542"/>
                </a:lnTo>
                <a:lnTo>
                  <a:pt x="1321993" y="782828"/>
                </a:lnTo>
                <a:lnTo>
                  <a:pt x="1312976" y="788924"/>
                </a:lnTo>
                <a:lnTo>
                  <a:pt x="1307007" y="797941"/>
                </a:lnTo>
                <a:lnTo>
                  <a:pt x="1304721" y="808990"/>
                </a:lnTo>
                <a:lnTo>
                  <a:pt x="1307007" y="820039"/>
                </a:lnTo>
                <a:lnTo>
                  <a:pt x="1312976" y="829056"/>
                </a:lnTo>
                <a:lnTo>
                  <a:pt x="1321993" y="835025"/>
                </a:lnTo>
                <a:lnTo>
                  <a:pt x="1333042" y="837311"/>
                </a:lnTo>
                <a:lnTo>
                  <a:pt x="1344206" y="835025"/>
                </a:lnTo>
                <a:lnTo>
                  <a:pt x="1353223" y="829056"/>
                </a:lnTo>
                <a:lnTo>
                  <a:pt x="1359192" y="820039"/>
                </a:lnTo>
                <a:lnTo>
                  <a:pt x="1361478" y="808990"/>
                </a:lnTo>
                <a:close/>
              </a:path>
              <a:path w="1885315" h="1875154">
                <a:moveTo>
                  <a:pt x="1361478" y="547154"/>
                </a:moveTo>
                <a:lnTo>
                  <a:pt x="1359192" y="538010"/>
                </a:lnTo>
                <a:lnTo>
                  <a:pt x="1353223" y="530517"/>
                </a:lnTo>
                <a:lnTo>
                  <a:pt x="1344206" y="525449"/>
                </a:lnTo>
                <a:lnTo>
                  <a:pt x="1333042" y="523544"/>
                </a:lnTo>
                <a:lnTo>
                  <a:pt x="1321993" y="525449"/>
                </a:lnTo>
                <a:lnTo>
                  <a:pt x="1312976" y="530517"/>
                </a:lnTo>
                <a:lnTo>
                  <a:pt x="1307007" y="538010"/>
                </a:lnTo>
                <a:lnTo>
                  <a:pt x="1304721" y="547154"/>
                </a:lnTo>
                <a:lnTo>
                  <a:pt x="1307007" y="556425"/>
                </a:lnTo>
                <a:lnTo>
                  <a:pt x="1312976" y="563918"/>
                </a:lnTo>
                <a:lnTo>
                  <a:pt x="1321993" y="568998"/>
                </a:lnTo>
                <a:lnTo>
                  <a:pt x="1333042" y="570776"/>
                </a:lnTo>
                <a:lnTo>
                  <a:pt x="1344206" y="568998"/>
                </a:lnTo>
                <a:lnTo>
                  <a:pt x="1353223" y="563918"/>
                </a:lnTo>
                <a:lnTo>
                  <a:pt x="1359192" y="556425"/>
                </a:lnTo>
                <a:lnTo>
                  <a:pt x="1361478" y="547154"/>
                </a:lnTo>
                <a:close/>
              </a:path>
              <a:path w="1885315" h="1875154">
                <a:moveTo>
                  <a:pt x="1361478" y="285330"/>
                </a:moveTo>
                <a:lnTo>
                  <a:pt x="1359192" y="274281"/>
                </a:lnTo>
                <a:lnTo>
                  <a:pt x="1353223" y="265264"/>
                </a:lnTo>
                <a:lnTo>
                  <a:pt x="1344206" y="259295"/>
                </a:lnTo>
                <a:lnTo>
                  <a:pt x="1333042" y="257009"/>
                </a:lnTo>
                <a:lnTo>
                  <a:pt x="1321993" y="259295"/>
                </a:lnTo>
                <a:lnTo>
                  <a:pt x="1312976" y="265264"/>
                </a:lnTo>
                <a:lnTo>
                  <a:pt x="1307007" y="274281"/>
                </a:lnTo>
                <a:lnTo>
                  <a:pt x="1304721" y="285330"/>
                </a:lnTo>
                <a:lnTo>
                  <a:pt x="1307007" y="296367"/>
                </a:lnTo>
                <a:lnTo>
                  <a:pt x="1312976" y="305384"/>
                </a:lnTo>
                <a:lnTo>
                  <a:pt x="1321993" y="311480"/>
                </a:lnTo>
                <a:lnTo>
                  <a:pt x="1333042" y="313766"/>
                </a:lnTo>
                <a:lnTo>
                  <a:pt x="1344206" y="311480"/>
                </a:lnTo>
                <a:lnTo>
                  <a:pt x="1353223" y="305384"/>
                </a:lnTo>
                <a:lnTo>
                  <a:pt x="1359192" y="296367"/>
                </a:lnTo>
                <a:lnTo>
                  <a:pt x="1361478" y="285330"/>
                </a:lnTo>
                <a:close/>
              </a:path>
              <a:path w="1885315" h="1875154">
                <a:moveTo>
                  <a:pt x="1361478" y="23622"/>
                </a:moveTo>
                <a:lnTo>
                  <a:pt x="1359192" y="14478"/>
                </a:lnTo>
                <a:lnTo>
                  <a:pt x="1353223" y="6858"/>
                </a:lnTo>
                <a:lnTo>
                  <a:pt x="1344206" y="1905"/>
                </a:lnTo>
                <a:lnTo>
                  <a:pt x="1333042" y="0"/>
                </a:lnTo>
                <a:lnTo>
                  <a:pt x="1321993" y="1905"/>
                </a:lnTo>
                <a:lnTo>
                  <a:pt x="1312976" y="6858"/>
                </a:lnTo>
                <a:lnTo>
                  <a:pt x="1307007" y="14478"/>
                </a:lnTo>
                <a:lnTo>
                  <a:pt x="1304721" y="23622"/>
                </a:lnTo>
                <a:lnTo>
                  <a:pt x="1307007" y="32893"/>
                </a:lnTo>
                <a:lnTo>
                  <a:pt x="1312976" y="40386"/>
                </a:lnTo>
                <a:lnTo>
                  <a:pt x="1321993" y="45466"/>
                </a:lnTo>
                <a:lnTo>
                  <a:pt x="1333042" y="47244"/>
                </a:lnTo>
                <a:lnTo>
                  <a:pt x="1344206" y="45466"/>
                </a:lnTo>
                <a:lnTo>
                  <a:pt x="1353223" y="40386"/>
                </a:lnTo>
                <a:lnTo>
                  <a:pt x="1359192" y="32893"/>
                </a:lnTo>
                <a:lnTo>
                  <a:pt x="1361478" y="23622"/>
                </a:lnTo>
                <a:close/>
              </a:path>
              <a:path w="1885315" h="1875154">
                <a:moveTo>
                  <a:pt x="1618742" y="1851329"/>
                </a:moveTo>
                <a:lnTo>
                  <a:pt x="1616837" y="1842135"/>
                </a:lnTo>
                <a:lnTo>
                  <a:pt x="1611757" y="1834616"/>
                </a:lnTo>
                <a:lnTo>
                  <a:pt x="1604264" y="1829549"/>
                </a:lnTo>
                <a:lnTo>
                  <a:pt x="1594993" y="1827695"/>
                </a:lnTo>
                <a:lnTo>
                  <a:pt x="1585849" y="1829549"/>
                </a:lnTo>
                <a:lnTo>
                  <a:pt x="1578368" y="1834616"/>
                </a:lnTo>
                <a:lnTo>
                  <a:pt x="1573288" y="1842135"/>
                </a:lnTo>
                <a:lnTo>
                  <a:pt x="1571383" y="1851329"/>
                </a:lnTo>
                <a:lnTo>
                  <a:pt x="1573288" y="1860537"/>
                </a:lnTo>
                <a:lnTo>
                  <a:pt x="1578368" y="1868055"/>
                </a:lnTo>
                <a:lnTo>
                  <a:pt x="1585849" y="1873123"/>
                </a:lnTo>
                <a:lnTo>
                  <a:pt x="1594993" y="1874977"/>
                </a:lnTo>
                <a:lnTo>
                  <a:pt x="1604264" y="1873123"/>
                </a:lnTo>
                <a:lnTo>
                  <a:pt x="1611757" y="1868055"/>
                </a:lnTo>
                <a:lnTo>
                  <a:pt x="1616837" y="1860537"/>
                </a:lnTo>
                <a:lnTo>
                  <a:pt x="1618742" y="1851329"/>
                </a:lnTo>
                <a:close/>
              </a:path>
              <a:path w="1885315" h="1875154">
                <a:moveTo>
                  <a:pt x="1618742" y="1589519"/>
                </a:moveTo>
                <a:lnTo>
                  <a:pt x="1616837" y="1578470"/>
                </a:lnTo>
                <a:lnTo>
                  <a:pt x="1611757" y="1569466"/>
                </a:lnTo>
                <a:lnTo>
                  <a:pt x="1604264" y="1563382"/>
                </a:lnTo>
                <a:lnTo>
                  <a:pt x="1594993" y="1561160"/>
                </a:lnTo>
                <a:lnTo>
                  <a:pt x="1585849" y="1563382"/>
                </a:lnTo>
                <a:lnTo>
                  <a:pt x="1578368" y="1569466"/>
                </a:lnTo>
                <a:lnTo>
                  <a:pt x="1573288" y="1578470"/>
                </a:lnTo>
                <a:lnTo>
                  <a:pt x="1571383" y="1589519"/>
                </a:lnTo>
                <a:lnTo>
                  <a:pt x="1573288" y="1600568"/>
                </a:lnTo>
                <a:lnTo>
                  <a:pt x="1578368" y="1609585"/>
                </a:lnTo>
                <a:lnTo>
                  <a:pt x="1585849" y="1615655"/>
                </a:lnTo>
                <a:lnTo>
                  <a:pt x="1594993" y="1617891"/>
                </a:lnTo>
                <a:lnTo>
                  <a:pt x="1604264" y="1615655"/>
                </a:lnTo>
                <a:lnTo>
                  <a:pt x="1611757" y="1609585"/>
                </a:lnTo>
                <a:lnTo>
                  <a:pt x="1616837" y="1600568"/>
                </a:lnTo>
                <a:lnTo>
                  <a:pt x="1618742" y="1589519"/>
                </a:lnTo>
                <a:close/>
              </a:path>
              <a:path w="1885315" h="1875154">
                <a:moveTo>
                  <a:pt x="1618742" y="1332509"/>
                </a:moveTo>
                <a:lnTo>
                  <a:pt x="1616837" y="1321460"/>
                </a:lnTo>
                <a:lnTo>
                  <a:pt x="1611757" y="1312443"/>
                </a:lnTo>
                <a:lnTo>
                  <a:pt x="1604264" y="1306360"/>
                </a:lnTo>
                <a:lnTo>
                  <a:pt x="1594993" y="1304137"/>
                </a:lnTo>
                <a:lnTo>
                  <a:pt x="1585849" y="1306360"/>
                </a:lnTo>
                <a:lnTo>
                  <a:pt x="1578368" y="1312443"/>
                </a:lnTo>
                <a:lnTo>
                  <a:pt x="1573288" y="1321460"/>
                </a:lnTo>
                <a:lnTo>
                  <a:pt x="1571383" y="1332509"/>
                </a:lnTo>
                <a:lnTo>
                  <a:pt x="1573288" y="1343533"/>
                </a:lnTo>
                <a:lnTo>
                  <a:pt x="1578368" y="1352562"/>
                </a:lnTo>
                <a:lnTo>
                  <a:pt x="1585849" y="1358633"/>
                </a:lnTo>
                <a:lnTo>
                  <a:pt x="1594993" y="1360868"/>
                </a:lnTo>
                <a:lnTo>
                  <a:pt x="1604264" y="1358633"/>
                </a:lnTo>
                <a:lnTo>
                  <a:pt x="1611757" y="1352562"/>
                </a:lnTo>
                <a:lnTo>
                  <a:pt x="1616837" y="1343533"/>
                </a:lnTo>
                <a:lnTo>
                  <a:pt x="1618742" y="1332509"/>
                </a:lnTo>
                <a:close/>
              </a:path>
              <a:path w="1885315" h="1875154">
                <a:moveTo>
                  <a:pt x="1618742" y="1070749"/>
                </a:moveTo>
                <a:lnTo>
                  <a:pt x="1616837" y="1061554"/>
                </a:lnTo>
                <a:lnTo>
                  <a:pt x="1611757" y="1054036"/>
                </a:lnTo>
                <a:lnTo>
                  <a:pt x="1604264" y="1048969"/>
                </a:lnTo>
                <a:lnTo>
                  <a:pt x="1594993" y="1047115"/>
                </a:lnTo>
                <a:lnTo>
                  <a:pt x="1585849" y="1048969"/>
                </a:lnTo>
                <a:lnTo>
                  <a:pt x="1578368" y="1054036"/>
                </a:lnTo>
                <a:lnTo>
                  <a:pt x="1573288" y="1061554"/>
                </a:lnTo>
                <a:lnTo>
                  <a:pt x="1571383" y="1070749"/>
                </a:lnTo>
                <a:lnTo>
                  <a:pt x="1573288" y="1079957"/>
                </a:lnTo>
                <a:lnTo>
                  <a:pt x="1578368" y="1087475"/>
                </a:lnTo>
                <a:lnTo>
                  <a:pt x="1585849" y="1092542"/>
                </a:lnTo>
                <a:lnTo>
                  <a:pt x="1594993" y="1094384"/>
                </a:lnTo>
                <a:lnTo>
                  <a:pt x="1604264" y="1092542"/>
                </a:lnTo>
                <a:lnTo>
                  <a:pt x="1611757" y="1087475"/>
                </a:lnTo>
                <a:lnTo>
                  <a:pt x="1616837" y="1079957"/>
                </a:lnTo>
                <a:lnTo>
                  <a:pt x="1618742" y="1070749"/>
                </a:lnTo>
                <a:close/>
              </a:path>
              <a:path w="1885315" h="1875154">
                <a:moveTo>
                  <a:pt x="1618742" y="808990"/>
                </a:moveTo>
                <a:lnTo>
                  <a:pt x="1616837" y="797941"/>
                </a:lnTo>
                <a:lnTo>
                  <a:pt x="1611757" y="788924"/>
                </a:lnTo>
                <a:lnTo>
                  <a:pt x="1604264" y="782828"/>
                </a:lnTo>
                <a:lnTo>
                  <a:pt x="1594993" y="780542"/>
                </a:lnTo>
                <a:lnTo>
                  <a:pt x="1585849" y="782828"/>
                </a:lnTo>
                <a:lnTo>
                  <a:pt x="1578368" y="788924"/>
                </a:lnTo>
                <a:lnTo>
                  <a:pt x="1573288" y="797941"/>
                </a:lnTo>
                <a:lnTo>
                  <a:pt x="1571383" y="808990"/>
                </a:lnTo>
                <a:lnTo>
                  <a:pt x="1573288" y="820039"/>
                </a:lnTo>
                <a:lnTo>
                  <a:pt x="1578368" y="829056"/>
                </a:lnTo>
                <a:lnTo>
                  <a:pt x="1585849" y="835025"/>
                </a:lnTo>
                <a:lnTo>
                  <a:pt x="1594993" y="837311"/>
                </a:lnTo>
                <a:lnTo>
                  <a:pt x="1604264" y="835025"/>
                </a:lnTo>
                <a:lnTo>
                  <a:pt x="1611757" y="829056"/>
                </a:lnTo>
                <a:lnTo>
                  <a:pt x="1616837" y="820039"/>
                </a:lnTo>
                <a:lnTo>
                  <a:pt x="1618742" y="808990"/>
                </a:lnTo>
                <a:close/>
              </a:path>
              <a:path w="1885315" h="1875154">
                <a:moveTo>
                  <a:pt x="1618742" y="547154"/>
                </a:moveTo>
                <a:lnTo>
                  <a:pt x="1616837" y="538010"/>
                </a:lnTo>
                <a:lnTo>
                  <a:pt x="1611757" y="530517"/>
                </a:lnTo>
                <a:lnTo>
                  <a:pt x="1604264" y="525449"/>
                </a:lnTo>
                <a:lnTo>
                  <a:pt x="1594993" y="523544"/>
                </a:lnTo>
                <a:lnTo>
                  <a:pt x="1585849" y="525449"/>
                </a:lnTo>
                <a:lnTo>
                  <a:pt x="1578368" y="530517"/>
                </a:lnTo>
                <a:lnTo>
                  <a:pt x="1573288" y="538010"/>
                </a:lnTo>
                <a:lnTo>
                  <a:pt x="1571383" y="547154"/>
                </a:lnTo>
                <a:lnTo>
                  <a:pt x="1573288" y="556425"/>
                </a:lnTo>
                <a:lnTo>
                  <a:pt x="1578368" y="563918"/>
                </a:lnTo>
                <a:lnTo>
                  <a:pt x="1585849" y="568998"/>
                </a:lnTo>
                <a:lnTo>
                  <a:pt x="1594993" y="570776"/>
                </a:lnTo>
                <a:lnTo>
                  <a:pt x="1604264" y="568998"/>
                </a:lnTo>
                <a:lnTo>
                  <a:pt x="1611757" y="563918"/>
                </a:lnTo>
                <a:lnTo>
                  <a:pt x="1616837" y="556425"/>
                </a:lnTo>
                <a:lnTo>
                  <a:pt x="1618742" y="547154"/>
                </a:lnTo>
                <a:close/>
              </a:path>
              <a:path w="1885315" h="1875154">
                <a:moveTo>
                  <a:pt x="1618742" y="285330"/>
                </a:moveTo>
                <a:lnTo>
                  <a:pt x="1616837" y="274281"/>
                </a:lnTo>
                <a:lnTo>
                  <a:pt x="1611757" y="265264"/>
                </a:lnTo>
                <a:lnTo>
                  <a:pt x="1604264" y="259295"/>
                </a:lnTo>
                <a:lnTo>
                  <a:pt x="1594993" y="257009"/>
                </a:lnTo>
                <a:lnTo>
                  <a:pt x="1585849" y="259295"/>
                </a:lnTo>
                <a:lnTo>
                  <a:pt x="1578368" y="265264"/>
                </a:lnTo>
                <a:lnTo>
                  <a:pt x="1573288" y="274281"/>
                </a:lnTo>
                <a:lnTo>
                  <a:pt x="1571383" y="285330"/>
                </a:lnTo>
                <a:lnTo>
                  <a:pt x="1573288" y="296367"/>
                </a:lnTo>
                <a:lnTo>
                  <a:pt x="1578368" y="305384"/>
                </a:lnTo>
                <a:lnTo>
                  <a:pt x="1585849" y="311480"/>
                </a:lnTo>
                <a:lnTo>
                  <a:pt x="1594993" y="313766"/>
                </a:lnTo>
                <a:lnTo>
                  <a:pt x="1604264" y="311480"/>
                </a:lnTo>
                <a:lnTo>
                  <a:pt x="1611757" y="305384"/>
                </a:lnTo>
                <a:lnTo>
                  <a:pt x="1616837" y="296367"/>
                </a:lnTo>
                <a:lnTo>
                  <a:pt x="1618742" y="285330"/>
                </a:lnTo>
                <a:close/>
              </a:path>
              <a:path w="1885315" h="1875154">
                <a:moveTo>
                  <a:pt x="1618742" y="23622"/>
                </a:moveTo>
                <a:lnTo>
                  <a:pt x="1616837" y="14478"/>
                </a:lnTo>
                <a:lnTo>
                  <a:pt x="1611757" y="6858"/>
                </a:lnTo>
                <a:lnTo>
                  <a:pt x="1604264" y="1905"/>
                </a:lnTo>
                <a:lnTo>
                  <a:pt x="1594993" y="0"/>
                </a:lnTo>
                <a:lnTo>
                  <a:pt x="1585849" y="1905"/>
                </a:lnTo>
                <a:lnTo>
                  <a:pt x="1578368" y="6858"/>
                </a:lnTo>
                <a:lnTo>
                  <a:pt x="1573288" y="14478"/>
                </a:lnTo>
                <a:lnTo>
                  <a:pt x="1571383" y="23622"/>
                </a:lnTo>
                <a:lnTo>
                  <a:pt x="1573288" y="32893"/>
                </a:lnTo>
                <a:lnTo>
                  <a:pt x="1578368" y="40386"/>
                </a:lnTo>
                <a:lnTo>
                  <a:pt x="1585849" y="45466"/>
                </a:lnTo>
                <a:lnTo>
                  <a:pt x="1594993" y="47244"/>
                </a:lnTo>
                <a:lnTo>
                  <a:pt x="1604264" y="45466"/>
                </a:lnTo>
                <a:lnTo>
                  <a:pt x="1611757" y="40386"/>
                </a:lnTo>
                <a:lnTo>
                  <a:pt x="1616837" y="32893"/>
                </a:lnTo>
                <a:lnTo>
                  <a:pt x="1618742" y="23622"/>
                </a:lnTo>
                <a:close/>
              </a:path>
              <a:path w="1885315" h="1875154">
                <a:moveTo>
                  <a:pt x="1885276" y="1851329"/>
                </a:moveTo>
                <a:lnTo>
                  <a:pt x="1882990" y="1842135"/>
                </a:lnTo>
                <a:lnTo>
                  <a:pt x="1877021" y="1834616"/>
                </a:lnTo>
                <a:lnTo>
                  <a:pt x="1868004" y="1829549"/>
                </a:lnTo>
                <a:lnTo>
                  <a:pt x="1856828" y="1827695"/>
                </a:lnTo>
                <a:lnTo>
                  <a:pt x="1845779" y="1829549"/>
                </a:lnTo>
                <a:lnTo>
                  <a:pt x="1836762" y="1834616"/>
                </a:lnTo>
                <a:lnTo>
                  <a:pt x="1830793" y="1842135"/>
                </a:lnTo>
                <a:lnTo>
                  <a:pt x="1828507" y="1851329"/>
                </a:lnTo>
                <a:lnTo>
                  <a:pt x="1830793" y="1860537"/>
                </a:lnTo>
                <a:lnTo>
                  <a:pt x="1836762" y="1868055"/>
                </a:lnTo>
                <a:lnTo>
                  <a:pt x="1845779" y="1873123"/>
                </a:lnTo>
                <a:lnTo>
                  <a:pt x="1856828" y="1874977"/>
                </a:lnTo>
                <a:lnTo>
                  <a:pt x="1868004" y="1873123"/>
                </a:lnTo>
                <a:lnTo>
                  <a:pt x="1877021" y="1868055"/>
                </a:lnTo>
                <a:lnTo>
                  <a:pt x="1882990" y="1860537"/>
                </a:lnTo>
                <a:lnTo>
                  <a:pt x="1885276" y="1851329"/>
                </a:lnTo>
                <a:close/>
              </a:path>
              <a:path w="1885315" h="1875154">
                <a:moveTo>
                  <a:pt x="1885276" y="1589519"/>
                </a:moveTo>
                <a:lnTo>
                  <a:pt x="1882990" y="1578470"/>
                </a:lnTo>
                <a:lnTo>
                  <a:pt x="1877021" y="1569466"/>
                </a:lnTo>
                <a:lnTo>
                  <a:pt x="1868004" y="1563382"/>
                </a:lnTo>
                <a:lnTo>
                  <a:pt x="1856828" y="1561160"/>
                </a:lnTo>
                <a:lnTo>
                  <a:pt x="1845779" y="1563382"/>
                </a:lnTo>
                <a:lnTo>
                  <a:pt x="1836762" y="1569466"/>
                </a:lnTo>
                <a:lnTo>
                  <a:pt x="1830793" y="1578470"/>
                </a:lnTo>
                <a:lnTo>
                  <a:pt x="1828507" y="1589519"/>
                </a:lnTo>
                <a:lnTo>
                  <a:pt x="1830793" y="1600568"/>
                </a:lnTo>
                <a:lnTo>
                  <a:pt x="1836762" y="1609585"/>
                </a:lnTo>
                <a:lnTo>
                  <a:pt x="1845779" y="1615655"/>
                </a:lnTo>
                <a:lnTo>
                  <a:pt x="1856828" y="1617891"/>
                </a:lnTo>
                <a:lnTo>
                  <a:pt x="1868004" y="1615655"/>
                </a:lnTo>
                <a:lnTo>
                  <a:pt x="1877021" y="1609585"/>
                </a:lnTo>
                <a:lnTo>
                  <a:pt x="1882990" y="1600568"/>
                </a:lnTo>
                <a:lnTo>
                  <a:pt x="1885276" y="1589519"/>
                </a:lnTo>
                <a:close/>
              </a:path>
              <a:path w="1885315" h="1875154">
                <a:moveTo>
                  <a:pt x="1885276" y="1332509"/>
                </a:moveTo>
                <a:lnTo>
                  <a:pt x="1882990" y="1321460"/>
                </a:lnTo>
                <a:lnTo>
                  <a:pt x="1877021" y="1312443"/>
                </a:lnTo>
                <a:lnTo>
                  <a:pt x="1868004" y="1306360"/>
                </a:lnTo>
                <a:lnTo>
                  <a:pt x="1856828" y="1304137"/>
                </a:lnTo>
                <a:lnTo>
                  <a:pt x="1845779" y="1306360"/>
                </a:lnTo>
                <a:lnTo>
                  <a:pt x="1836762" y="1312443"/>
                </a:lnTo>
                <a:lnTo>
                  <a:pt x="1830793" y="1321460"/>
                </a:lnTo>
                <a:lnTo>
                  <a:pt x="1828507" y="1332509"/>
                </a:lnTo>
                <a:lnTo>
                  <a:pt x="1830793" y="1343533"/>
                </a:lnTo>
                <a:lnTo>
                  <a:pt x="1836762" y="1352562"/>
                </a:lnTo>
                <a:lnTo>
                  <a:pt x="1845779" y="1358633"/>
                </a:lnTo>
                <a:lnTo>
                  <a:pt x="1856828" y="1360868"/>
                </a:lnTo>
                <a:lnTo>
                  <a:pt x="1868004" y="1358633"/>
                </a:lnTo>
                <a:lnTo>
                  <a:pt x="1877021" y="1352562"/>
                </a:lnTo>
                <a:lnTo>
                  <a:pt x="1882990" y="1343533"/>
                </a:lnTo>
                <a:lnTo>
                  <a:pt x="1885276" y="1332509"/>
                </a:lnTo>
                <a:close/>
              </a:path>
              <a:path w="1885315" h="1875154">
                <a:moveTo>
                  <a:pt x="1885276" y="1070749"/>
                </a:moveTo>
                <a:lnTo>
                  <a:pt x="1882990" y="1061554"/>
                </a:lnTo>
                <a:lnTo>
                  <a:pt x="1877021" y="1054036"/>
                </a:lnTo>
                <a:lnTo>
                  <a:pt x="1868004" y="1048969"/>
                </a:lnTo>
                <a:lnTo>
                  <a:pt x="1856828" y="1047115"/>
                </a:lnTo>
                <a:lnTo>
                  <a:pt x="1845779" y="1048969"/>
                </a:lnTo>
                <a:lnTo>
                  <a:pt x="1836762" y="1054036"/>
                </a:lnTo>
                <a:lnTo>
                  <a:pt x="1830793" y="1061554"/>
                </a:lnTo>
                <a:lnTo>
                  <a:pt x="1828507" y="1070749"/>
                </a:lnTo>
                <a:lnTo>
                  <a:pt x="1830793" y="1079957"/>
                </a:lnTo>
                <a:lnTo>
                  <a:pt x="1836762" y="1087475"/>
                </a:lnTo>
                <a:lnTo>
                  <a:pt x="1845779" y="1092542"/>
                </a:lnTo>
                <a:lnTo>
                  <a:pt x="1856828" y="1094384"/>
                </a:lnTo>
                <a:lnTo>
                  <a:pt x="1868004" y="1092542"/>
                </a:lnTo>
                <a:lnTo>
                  <a:pt x="1877021" y="1087475"/>
                </a:lnTo>
                <a:lnTo>
                  <a:pt x="1882990" y="1079957"/>
                </a:lnTo>
                <a:lnTo>
                  <a:pt x="1885276" y="1070749"/>
                </a:lnTo>
                <a:close/>
              </a:path>
              <a:path w="1885315" h="1875154">
                <a:moveTo>
                  <a:pt x="1885276" y="808990"/>
                </a:moveTo>
                <a:lnTo>
                  <a:pt x="1882990" y="797941"/>
                </a:lnTo>
                <a:lnTo>
                  <a:pt x="1877021" y="788924"/>
                </a:lnTo>
                <a:lnTo>
                  <a:pt x="1868004" y="782828"/>
                </a:lnTo>
                <a:lnTo>
                  <a:pt x="1856828" y="780542"/>
                </a:lnTo>
                <a:lnTo>
                  <a:pt x="1845779" y="782828"/>
                </a:lnTo>
                <a:lnTo>
                  <a:pt x="1836762" y="788924"/>
                </a:lnTo>
                <a:lnTo>
                  <a:pt x="1830793" y="797941"/>
                </a:lnTo>
                <a:lnTo>
                  <a:pt x="1828507" y="808990"/>
                </a:lnTo>
                <a:lnTo>
                  <a:pt x="1830793" y="820039"/>
                </a:lnTo>
                <a:lnTo>
                  <a:pt x="1836762" y="829056"/>
                </a:lnTo>
                <a:lnTo>
                  <a:pt x="1845779" y="835025"/>
                </a:lnTo>
                <a:lnTo>
                  <a:pt x="1856828" y="837311"/>
                </a:lnTo>
                <a:lnTo>
                  <a:pt x="1868004" y="835025"/>
                </a:lnTo>
                <a:lnTo>
                  <a:pt x="1877021" y="829056"/>
                </a:lnTo>
                <a:lnTo>
                  <a:pt x="1882990" y="820039"/>
                </a:lnTo>
                <a:lnTo>
                  <a:pt x="1885276" y="808990"/>
                </a:lnTo>
                <a:close/>
              </a:path>
              <a:path w="1885315" h="1875154">
                <a:moveTo>
                  <a:pt x="1885276" y="547154"/>
                </a:moveTo>
                <a:lnTo>
                  <a:pt x="1882990" y="538010"/>
                </a:lnTo>
                <a:lnTo>
                  <a:pt x="1877021" y="530517"/>
                </a:lnTo>
                <a:lnTo>
                  <a:pt x="1868004" y="525449"/>
                </a:lnTo>
                <a:lnTo>
                  <a:pt x="1856828" y="523544"/>
                </a:lnTo>
                <a:lnTo>
                  <a:pt x="1845779" y="525449"/>
                </a:lnTo>
                <a:lnTo>
                  <a:pt x="1836762" y="530517"/>
                </a:lnTo>
                <a:lnTo>
                  <a:pt x="1830793" y="538010"/>
                </a:lnTo>
                <a:lnTo>
                  <a:pt x="1828507" y="547154"/>
                </a:lnTo>
                <a:lnTo>
                  <a:pt x="1830793" y="556425"/>
                </a:lnTo>
                <a:lnTo>
                  <a:pt x="1836762" y="563918"/>
                </a:lnTo>
                <a:lnTo>
                  <a:pt x="1845779" y="568998"/>
                </a:lnTo>
                <a:lnTo>
                  <a:pt x="1856828" y="570776"/>
                </a:lnTo>
                <a:lnTo>
                  <a:pt x="1868004" y="568998"/>
                </a:lnTo>
                <a:lnTo>
                  <a:pt x="1877021" y="563918"/>
                </a:lnTo>
                <a:lnTo>
                  <a:pt x="1882990" y="556425"/>
                </a:lnTo>
                <a:lnTo>
                  <a:pt x="1885276" y="547154"/>
                </a:lnTo>
                <a:close/>
              </a:path>
              <a:path w="1885315" h="1875154">
                <a:moveTo>
                  <a:pt x="1885276" y="285330"/>
                </a:moveTo>
                <a:lnTo>
                  <a:pt x="1882990" y="274281"/>
                </a:lnTo>
                <a:lnTo>
                  <a:pt x="1877021" y="265264"/>
                </a:lnTo>
                <a:lnTo>
                  <a:pt x="1868004" y="259295"/>
                </a:lnTo>
                <a:lnTo>
                  <a:pt x="1856828" y="257009"/>
                </a:lnTo>
                <a:lnTo>
                  <a:pt x="1845779" y="259295"/>
                </a:lnTo>
                <a:lnTo>
                  <a:pt x="1836762" y="265264"/>
                </a:lnTo>
                <a:lnTo>
                  <a:pt x="1830793" y="274281"/>
                </a:lnTo>
                <a:lnTo>
                  <a:pt x="1828507" y="285330"/>
                </a:lnTo>
                <a:lnTo>
                  <a:pt x="1830793" y="296367"/>
                </a:lnTo>
                <a:lnTo>
                  <a:pt x="1836762" y="305384"/>
                </a:lnTo>
                <a:lnTo>
                  <a:pt x="1845779" y="311480"/>
                </a:lnTo>
                <a:lnTo>
                  <a:pt x="1856828" y="313766"/>
                </a:lnTo>
                <a:lnTo>
                  <a:pt x="1868004" y="311480"/>
                </a:lnTo>
                <a:lnTo>
                  <a:pt x="1877021" y="305384"/>
                </a:lnTo>
                <a:lnTo>
                  <a:pt x="1882990" y="296367"/>
                </a:lnTo>
                <a:lnTo>
                  <a:pt x="1885276" y="285330"/>
                </a:lnTo>
                <a:close/>
              </a:path>
              <a:path w="1885315" h="1875154">
                <a:moveTo>
                  <a:pt x="1885276" y="23622"/>
                </a:moveTo>
                <a:lnTo>
                  <a:pt x="1882990" y="14478"/>
                </a:lnTo>
                <a:lnTo>
                  <a:pt x="1877021" y="6858"/>
                </a:lnTo>
                <a:lnTo>
                  <a:pt x="1868004" y="1905"/>
                </a:lnTo>
                <a:lnTo>
                  <a:pt x="1856828" y="0"/>
                </a:lnTo>
                <a:lnTo>
                  <a:pt x="1845779" y="1905"/>
                </a:lnTo>
                <a:lnTo>
                  <a:pt x="1836762" y="6858"/>
                </a:lnTo>
                <a:lnTo>
                  <a:pt x="1830793" y="14478"/>
                </a:lnTo>
                <a:lnTo>
                  <a:pt x="1828507" y="23622"/>
                </a:lnTo>
                <a:lnTo>
                  <a:pt x="1830793" y="32893"/>
                </a:lnTo>
                <a:lnTo>
                  <a:pt x="1836762" y="40386"/>
                </a:lnTo>
                <a:lnTo>
                  <a:pt x="1845779" y="45466"/>
                </a:lnTo>
                <a:lnTo>
                  <a:pt x="1856828" y="47244"/>
                </a:lnTo>
                <a:lnTo>
                  <a:pt x="1868004" y="45466"/>
                </a:lnTo>
                <a:lnTo>
                  <a:pt x="1877021" y="40386"/>
                </a:lnTo>
                <a:lnTo>
                  <a:pt x="1882990" y="32893"/>
                </a:lnTo>
                <a:lnTo>
                  <a:pt x="1885276" y="23622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52512" y="1050282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-166" y="1619"/>
                </a:moveTo>
                <a:lnTo>
                  <a:pt x="-166" y="1467348"/>
                </a:lnTo>
              </a:path>
            </a:pathLst>
          </a:custGeom>
          <a:ln w="10470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47098"/>
            <a:ext cx="20107275" cy="152400"/>
          </a:xfrm>
          <a:custGeom>
            <a:avLst/>
            <a:gdLst/>
            <a:ahLst/>
            <a:cxnLst/>
            <a:rect l="l" t="t" r="r" b="b"/>
            <a:pathLst>
              <a:path w="20107275" h="152400">
                <a:moveTo>
                  <a:pt x="20104100" y="24"/>
                </a:moveTo>
                <a:lnTo>
                  <a:pt x="0" y="24"/>
                </a:lnTo>
                <a:lnTo>
                  <a:pt x="0" y="151930"/>
                </a:lnTo>
                <a:lnTo>
                  <a:pt x="20104100" y="151930"/>
                </a:lnTo>
                <a:lnTo>
                  <a:pt x="20104100" y="2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363825" y="1045443"/>
            <a:ext cx="3695700" cy="942340"/>
          </a:xfrm>
          <a:custGeom>
            <a:avLst/>
            <a:gdLst/>
            <a:ahLst/>
            <a:cxnLst/>
            <a:rect l="l" t="t" r="r" b="b"/>
            <a:pathLst>
              <a:path w="3695700" h="942339">
                <a:moveTo>
                  <a:pt x="3692436" y="1619"/>
                </a:moveTo>
                <a:lnTo>
                  <a:pt x="-2425" y="1619"/>
                </a:lnTo>
                <a:lnTo>
                  <a:pt x="-2425" y="943442"/>
                </a:lnTo>
                <a:lnTo>
                  <a:pt x="3692436" y="943442"/>
                </a:lnTo>
                <a:lnTo>
                  <a:pt x="3692436" y="1619"/>
                </a:lnTo>
                <a:close/>
              </a:path>
            </a:pathLst>
          </a:custGeom>
          <a:solidFill>
            <a:srgbClr val="E10F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361387" y="1170894"/>
            <a:ext cx="3695065" cy="694690"/>
          </a:xfrm>
          <a:custGeom>
            <a:avLst/>
            <a:gdLst/>
            <a:ahLst/>
            <a:cxnLst/>
            <a:rect l="l" t="t" r="r" b="b"/>
            <a:pathLst>
              <a:path w="3695065" h="694689">
                <a:moveTo>
                  <a:pt x="198462" y="655840"/>
                </a:moveTo>
                <a:lnTo>
                  <a:pt x="0" y="655840"/>
                </a:lnTo>
                <a:lnTo>
                  <a:pt x="0" y="680478"/>
                </a:lnTo>
                <a:lnTo>
                  <a:pt x="198462" y="680478"/>
                </a:lnTo>
                <a:lnTo>
                  <a:pt x="198462" y="655840"/>
                </a:lnTo>
                <a:close/>
              </a:path>
              <a:path w="3695065" h="694689">
                <a:moveTo>
                  <a:pt x="198462" y="498284"/>
                </a:moveTo>
                <a:lnTo>
                  <a:pt x="0" y="498284"/>
                </a:lnTo>
                <a:lnTo>
                  <a:pt x="0" y="522897"/>
                </a:lnTo>
                <a:lnTo>
                  <a:pt x="198462" y="522897"/>
                </a:lnTo>
                <a:lnTo>
                  <a:pt x="198462" y="498284"/>
                </a:lnTo>
                <a:close/>
              </a:path>
              <a:path w="3695065" h="694689">
                <a:moveTo>
                  <a:pt x="198462" y="334848"/>
                </a:moveTo>
                <a:lnTo>
                  <a:pt x="0" y="334848"/>
                </a:lnTo>
                <a:lnTo>
                  <a:pt x="0" y="359473"/>
                </a:lnTo>
                <a:lnTo>
                  <a:pt x="198462" y="359473"/>
                </a:lnTo>
                <a:lnTo>
                  <a:pt x="198462" y="334848"/>
                </a:lnTo>
                <a:close/>
              </a:path>
              <a:path w="3695065" h="694689">
                <a:moveTo>
                  <a:pt x="198462" y="173672"/>
                </a:moveTo>
                <a:lnTo>
                  <a:pt x="0" y="173672"/>
                </a:lnTo>
                <a:lnTo>
                  <a:pt x="0" y="198335"/>
                </a:lnTo>
                <a:lnTo>
                  <a:pt x="198462" y="198335"/>
                </a:lnTo>
                <a:lnTo>
                  <a:pt x="198462" y="173672"/>
                </a:lnTo>
                <a:close/>
              </a:path>
              <a:path w="3695065" h="694689">
                <a:moveTo>
                  <a:pt x="198462" y="16649"/>
                </a:moveTo>
                <a:lnTo>
                  <a:pt x="0" y="16649"/>
                </a:lnTo>
                <a:lnTo>
                  <a:pt x="0" y="41262"/>
                </a:lnTo>
                <a:lnTo>
                  <a:pt x="198462" y="41262"/>
                </a:lnTo>
                <a:lnTo>
                  <a:pt x="198462" y="16649"/>
                </a:lnTo>
                <a:close/>
              </a:path>
              <a:path w="3695065" h="694689">
                <a:moveTo>
                  <a:pt x="909053" y="160121"/>
                </a:moveTo>
                <a:lnTo>
                  <a:pt x="906132" y="118338"/>
                </a:lnTo>
                <a:lnTo>
                  <a:pt x="840994" y="34531"/>
                </a:lnTo>
                <a:lnTo>
                  <a:pt x="805180" y="18656"/>
                </a:lnTo>
                <a:lnTo>
                  <a:pt x="764552" y="7861"/>
                </a:lnTo>
                <a:lnTo>
                  <a:pt x="720750" y="1892"/>
                </a:lnTo>
                <a:lnTo>
                  <a:pt x="675030" y="0"/>
                </a:lnTo>
                <a:lnTo>
                  <a:pt x="627926" y="1638"/>
                </a:lnTo>
                <a:lnTo>
                  <a:pt x="581317" y="7226"/>
                </a:lnTo>
                <a:lnTo>
                  <a:pt x="535863" y="17132"/>
                </a:lnTo>
                <a:lnTo>
                  <a:pt x="492683" y="31991"/>
                </a:lnTo>
                <a:lnTo>
                  <a:pt x="452818" y="52311"/>
                </a:lnTo>
                <a:lnTo>
                  <a:pt x="417004" y="78981"/>
                </a:lnTo>
                <a:lnTo>
                  <a:pt x="386283" y="112242"/>
                </a:lnTo>
                <a:lnTo>
                  <a:pt x="361645" y="152755"/>
                </a:lnTo>
                <a:lnTo>
                  <a:pt x="344119" y="201256"/>
                </a:lnTo>
                <a:lnTo>
                  <a:pt x="339420" y="252933"/>
                </a:lnTo>
                <a:lnTo>
                  <a:pt x="348564" y="298526"/>
                </a:lnTo>
                <a:lnTo>
                  <a:pt x="372186" y="336105"/>
                </a:lnTo>
                <a:lnTo>
                  <a:pt x="410654" y="363791"/>
                </a:lnTo>
                <a:lnTo>
                  <a:pt x="460438" y="384238"/>
                </a:lnTo>
                <a:lnTo>
                  <a:pt x="509193" y="398970"/>
                </a:lnTo>
                <a:lnTo>
                  <a:pt x="595287" y="421182"/>
                </a:lnTo>
                <a:lnTo>
                  <a:pt x="628561" y="432993"/>
                </a:lnTo>
                <a:lnTo>
                  <a:pt x="652805" y="448360"/>
                </a:lnTo>
                <a:lnTo>
                  <a:pt x="665886" y="469442"/>
                </a:lnTo>
                <a:lnTo>
                  <a:pt x="665886" y="498640"/>
                </a:lnTo>
                <a:lnTo>
                  <a:pt x="650392" y="527723"/>
                </a:lnTo>
                <a:lnTo>
                  <a:pt x="622338" y="548424"/>
                </a:lnTo>
                <a:lnTo>
                  <a:pt x="588048" y="560997"/>
                </a:lnTo>
                <a:lnTo>
                  <a:pt x="553770" y="565048"/>
                </a:lnTo>
                <a:lnTo>
                  <a:pt x="509193" y="558711"/>
                </a:lnTo>
                <a:lnTo>
                  <a:pt x="477329" y="540169"/>
                </a:lnTo>
                <a:lnTo>
                  <a:pt x="460819" y="509816"/>
                </a:lnTo>
                <a:lnTo>
                  <a:pt x="461962" y="468172"/>
                </a:lnTo>
                <a:lnTo>
                  <a:pt x="275678" y="468172"/>
                </a:lnTo>
                <a:lnTo>
                  <a:pt x="269582" y="523532"/>
                </a:lnTo>
                <a:lnTo>
                  <a:pt x="274535" y="569747"/>
                </a:lnTo>
                <a:lnTo>
                  <a:pt x="289394" y="607212"/>
                </a:lnTo>
                <a:lnTo>
                  <a:pt x="344373" y="659650"/>
                </a:lnTo>
                <a:lnTo>
                  <a:pt x="382346" y="676033"/>
                </a:lnTo>
                <a:lnTo>
                  <a:pt x="425640" y="686828"/>
                </a:lnTo>
                <a:lnTo>
                  <a:pt x="473392" y="692797"/>
                </a:lnTo>
                <a:lnTo>
                  <a:pt x="524306" y="694575"/>
                </a:lnTo>
                <a:lnTo>
                  <a:pt x="575983" y="692035"/>
                </a:lnTo>
                <a:lnTo>
                  <a:pt x="626402" y="684542"/>
                </a:lnTo>
                <a:lnTo>
                  <a:pt x="674776" y="672096"/>
                </a:lnTo>
                <a:lnTo>
                  <a:pt x="719988" y="654443"/>
                </a:lnTo>
                <a:lnTo>
                  <a:pt x="761123" y="631596"/>
                </a:lnTo>
                <a:lnTo>
                  <a:pt x="797064" y="603529"/>
                </a:lnTo>
                <a:lnTo>
                  <a:pt x="826770" y="570255"/>
                </a:lnTo>
                <a:lnTo>
                  <a:pt x="849376" y="531660"/>
                </a:lnTo>
                <a:lnTo>
                  <a:pt x="863854" y="487464"/>
                </a:lnTo>
                <a:lnTo>
                  <a:pt x="869696" y="433501"/>
                </a:lnTo>
                <a:lnTo>
                  <a:pt x="862711" y="390461"/>
                </a:lnTo>
                <a:lnTo>
                  <a:pt x="786650" y="311861"/>
                </a:lnTo>
                <a:lnTo>
                  <a:pt x="749820" y="297383"/>
                </a:lnTo>
                <a:lnTo>
                  <a:pt x="710717" y="286334"/>
                </a:lnTo>
                <a:lnTo>
                  <a:pt x="634276" y="267792"/>
                </a:lnTo>
                <a:lnTo>
                  <a:pt x="598843" y="256997"/>
                </a:lnTo>
                <a:lnTo>
                  <a:pt x="566839" y="242519"/>
                </a:lnTo>
                <a:lnTo>
                  <a:pt x="545515" y="221195"/>
                </a:lnTo>
                <a:lnTo>
                  <a:pt x="541959" y="190207"/>
                </a:lnTo>
                <a:lnTo>
                  <a:pt x="553516" y="166585"/>
                </a:lnTo>
                <a:lnTo>
                  <a:pt x="575221" y="147294"/>
                </a:lnTo>
                <a:lnTo>
                  <a:pt x="603542" y="134086"/>
                </a:lnTo>
                <a:lnTo>
                  <a:pt x="635165" y="129260"/>
                </a:lnTo>
                <a:lnTo>
                  <a:pt x="657123" y="130657"/>
                </a:lnTo>
                <a:lnTo>
                  <a:pt x="702335" y="150469"/>
                </a:lnTo>
                <a:lnTo>
                  <a:pt x="716813" y="191350"/>
                </a:lnTo>
                <a:lnTo>
                  <a:pt x="714019" y="209638"/>
                </a:lnTo>
                <a:lnTo>
                  <a:pt x="900163" y="209638"/>
                </a:lnTo>
                <a:lnTo>
                  <a:pt x="909053" y="160121"/>
                </a:lnTo>
                <a:close/>
              </a:path>
              <a:path w="3695065" h="694689">
                <a:moveTo>
                  <a:pt x="1581797" y="13830"/>
                </a:moveTo>
                <a:lnTo>
                  <a:pt x="1069682" y="13830"/>
                </a:lnTo>
                <a:lnTo>
                  <a:pt x="926706" y="680478"/>
                </a:lnTo>
                <a:lnTo>
                  <a:pt x="1438948" y="680478"/>
                </a:lnTo>
                <a:lnTo>
                  <a:pt x="1466621" y="551218"/>
                </a:lnTo>
                <a:lnTo>
                  <a:pt x="1140790" y="551218"/>
                </a:lnTo>
                <a:lnTo>
                  <a:pt x="1171016" y="410006"/>
                </a:lnTo>
                <a:lnTo>
                  <a:pt x="1470812" y="410006"/>
                </a:lnTo>
                <a:lnTo>
                  <a:pt x="1498498" y="280746"/>
                </a:lnTo>
                <a:lnTo>
                  <a:pt x="1198575" y="280746"/>
                </a:lnTo>
                <a:lnTo>
                  <a:pt x="1228153" y="143103"/>
                </a:lnTo>
                <a:lnTo>
                  <a:pt x="1553984" y="143103"/>
                </a:lnTo>
                <a:lnTo>
                  <a:pt x="1581797" y="13830"/>
                </a:lnTo>
                <a:close/>
              </a:path>
              <a:path w="3695065" h="694689">
                <a:moveTo>
                  <a:pt x="2342527" y="13830"/>
                </a:moveTo>
                <a:lnTo>
                  <a:pt x="2175040" y="13830"/>
                </a:lnTo>
                <a:lnTo>
                  <a:pt x="2068766" y="508800"/>
                </a:lnTo>
                <a:lnTo>
                  <a:pt x="2066607" y="510578"/>
                </a:lnTo>
                <a:lnTo>
                  <a:pt x="1947748" y="13830"/>
                </a:lnTo>
                <a:lnTo>
                  <a:pt x="1687068" y="13830"/>
                </a:lnTo>
                <a:lnTo>
                  <a:pt x="1544078" y="680478"/>
                </a:lnTo>
                <a:lnTo>
                  <a:pt x="1711693" y="680478"/>
                </a:lnTo>
                <a:lnTo>
                  <a:pt x="1821154" y="169887"/>
                </a:lnTo>
                <a:lnTo>
                  <a:pt x="1823059" y="169887"/>
                </a:lnTo>
                <a:lnTo>
                  <a:pt x="1941779" y="680478"/>
                </a:lnTo>
                <a:lnTo>
                  <a:pt x="2199678" y="680478"/>
                </a:lnTo>
                <a:lnTo>
                  <a:pt x="2342527" y="13830"/>
                </a:lnTo>
                <a:close/>
              </a:path>
              <a:path w="3695065" h="694689">
                <a:moveTo>
                  <a:pt x="3026575" y="680478"/>
                </a:moveTo>
                <a:lnTo>
                  <a:pt x="3002699" y="550329"/>
                </a:lnTo>
                <a:lnTo>
                  <a:pt x="2978950" y="421055"/>
                </a:lnTo>
                <a:lnTo>
                  <a:pt x="2904159" y="13830"/>
                </a:lnTo>
                <a:lnTo>
                  <a:pt x="2781376" y="13830"/>
                </a:lnTo>
                <a:lnTo>
                  <a:pt x="2781376" y="421055"/>
                </a:lnTo>
                <a:lnTo>
                  <a:pt x="2601569" y="421055"/>
                </a:lnTo>
                <a:lnTo>
                  <a:pt x="2752293" y="143992"/>
                </a:lnTo>
                <a:lnTo>
                  <a:pt x="2755087" y="143992"/>
                </a:lnTo>
                <a:lnTo>
                  <a:pt x="2781376" y="421055"/>
                </a:lnTo>
                <a:lnTo>
                  <a:pt x="2781376" y="13830"/>
                </a:lnTo>
                <a:lnTo>
                  <a:pt x="2676868" y="13830"/>
                </a:lnTo>
                <a:lnTo>
                  <a:pt x="2268499" y="680478"/>
                </a:lnTo>
                <a:lnTo>
                  <a:pt x="2454783" y="680478"/>
                </a:lnTo>
                <a:lnTo>
                  <a:pt x="2526525" y="550329"/>
                </a:lnTo>
                <a:lnTo>
                  <a:pt x="2799410" y="550329"/>
                </a:lnTo>
                <a:lnTo>
                  <a:pt x="2816161" y="680478"/>
                </a:lnTo>
                <a:lnTo>
                  <a:pt x="3026575" y="680478"/>
                </a:lnTo>
                <a:close/>
              </a:path>
              <a:path w="3695065" h="694689">
                <a:moveTo>
                  <a:pt x="3426434" y="13830"/>
                </a:moveTo>
                <a:lnTo>
                  <a:pt x="3240278" y="13830"/>
                </a:lnTo>
                <a:lnTo>
                  <a:pt x="3097301" y="680478"/>
                </a:lnTo>
                <a:lnTo>
                  <a:pt x="3283585" y="680478"/>
                </a:lnTo>
                <a:lnTo>
                  <a:pt x="3426434" y="13830"/>
                </a:lnTo>
                <a:close/>
              </a:path>
              <a:path w="3695065" h="694689">
                <a:moveTo>
                  <a:pt x="3694861" y="655840"/>
                </a:moveTo>
                <a:lnTo>
                  <a:pt x="3496399" y="655840"/>
                </a:lnTo>
                <a:lnTo>
                  <a:pt x="3496399" y="680478"/>
                </a:lnTo>
                <a:lnTo>
                  <a:pt x="3694861" y="680478"/>
                </a:lnTo>
                <a:lnTo>
                  <a:pt x="3694861" y="655840"/>
                </a:lnTo>
                <a:close/>
              </a:path>
              <a:path w="3695065" h="694689">
                <a:moveTo>
                  <a:pt x="3694861" y="498284"/>
                </a:moveTo>
                <a:lnTo>
                  <a:pt x="3496399" y="498284"/>
                </a:lnTo>
                <a:lnTo>
                  <a:pt x="3496399" y="522897"/>
                </a:lnTo>
                <a:lnTo>
                  <a:pt x="3694861" y="522897"/>
                </a:lnTo>
                <a:lnTo>
                  <a:pt x="3694861" y="498284"/>
                </a:lnTo>
                <a:close/>
              </a:path>
              <a:path w="3695065" h="694689">
                <a:moveTo>
                  <a:pt x="3694861" y="334848"/>
                </a:moveTo>
                <a:lnTo>
                  <a:pt x="3496399" y="334848"/>
                </a:lnTo>
                <a:lnTo>
                  <a:pt x="3496399" y="359473"/>
                </a:lnTo>
                <a:lnTo>
                  <a:pt x="3694861" y="359473"/>
                </a:lnTo>
                <a:lnTo>
                  <a:pt x="3694861" y="334848"/>
                </a:lnTo>
                <a:close/>
              </a:path>
              <a:path w="3695065" h="694689">
                <a:moveTo>
                  <a:pt x="3694861" y="173672"/>
                </a:moveTo>
                <a:lnTo>
                  <a:pt x="3496399" y="173672"/>
                </a:lnTo>
                <a:lnTo>
                  <a:pt x="3496399" y="198335"/>
                </a:lnTo>
                <a:lnTo>
                  <a:pt x="3694861" y="198335"/>
                </a:lnTo>
                <a:lnTo>
                  <a:pt x="3694861" y="173672"/>
                </a:lnTo>
                <a:close/>
              </a:path>
              <a:path w="3695065" h="694689">
                <a:moveTo>
                  <a:pt x="3694861" y="16649"/>
                </a:moveTo>
                <a:lnTo>
                  <a:pt x="3496399" y="16649"/>
                </a:lnTo>
                <a:lnTo>
                  <a:pt x="3496399" y="41262"/>
                </a:lnTo>
                <a:lnTo>
                  <a:pt x="3694861" y="41262"/>
                </a:lnTo>
                <a:lnTo>
                  <a:pt x="3694861" y="16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9789" y="1031709"/>
            <a:ext cx="764413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849"/>
            <a:ext cx="20107275" cy="11148695"/>
          </a:xfrm>
          <a:custGeom>
            <a:avLst/>
            <a:gdLst/>
            <a:ahLst/>
            <a:cxnLst/>
            <a:rect l="l" t="t" r="r" b="b"/>
            <a:pathLst>
              <a:path w="20107275" h="11148695">
                <a:moveTo>
                  <a:pt x="20104100" y="1785"/>
                </a:moveTo>
                <a:lnTo>
                  <a:pt x="0" y="1785"/>
                </a:lnTo>
                <a:lnTo>
                  <a:pt x="0" y="11148593"/>
                </a:lnTo>
                <a:lnTo>
                  <a:pt x="20104100" y="11148593"/>
                </a:lnTo>
                <a:lnTo>
                  <a:pt x="20104100" y="178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961306" y="9005295"/>
            <a:ext cx="1885314" cy="1875155"/>
          </a:xfrm>
          <a:custGeom>
            <a:avLst/>
            <a:gdLst/>
            <a:ahLst/>
            <a:cxnLst/>
            <a:rect l="l" t="t" r="r" b="b"/>
            <a:pathLst>
              <a:path w="1885315" h="1875154">
                <a:moveTo>
                  <a:pt x="47371" y="1851329"/>
                </a:moveTo>
                <a:lnTo>
                  <a:pt x="45466" y="1842135"/>
                </a:lnTo>
                <a:lnTo>
                  <a:pt x="40386" y="1834616"/>
                </a:lnTo>
                <a:lnTo>
                  <a:pt x="32893" y="1829549"/>
                </a:lnTo>
                <a:lnTo>
                  <a:pt x="23622" y="1827695"/>
                </a:lnTo>
                <a:lnTo>
                  <a:pt x="14478" y="1829549"/>
                </a:lnTo>
                <a:lnTo>
                  <a:pt x="6985" y="1834616"/>
                </a:lnTo>
                <a:lnTo>
                  <a:pt x="1905" y="1842135"/>
                </a:lnTo>
                <a:lnTo>
                  <a:pt x="0" y="1851329"/>
                </a:lnTo>
                <a:lnTo>
                  <a:pt x="1905" y="1860537"/>
                </a:lnTo>
                <a:lnTo>
                  <a:pt x="6985" y="1868055"/>
                </a:lnTo>
                <a:lnTo>
                  <a:pt x="14478" y="1873123"/>
                </a:lnTo>
                <a:lnTo>
                  <a:pt x="23622" y="1874977"/>
                </a:lnTo>
                <a:lnTo>
                  <a:pt x="32893" y="1873123"/>
                </a:lnTo>
                <a:lnTo>
                  <a:pt x="40386" y="1868055"/>
                </a:lnTo>
                <a:lnTo>
                  <a:pt x="45466" y="1860537"/>
                </a:lnTo>
                <a:lnTo>
                  <a:pt x="47371" y="1851329"/>
                </a:lnTo>
                <a:close/>
              </a:path>
              <a:path w="1885315" h="1875154">
                <a:moveTo>
                  <a:pt x="47371" y="1589519"/>
                </a:moveTo>
                <a:lnTo>
                  <a:pt x="45466" y="1578470"/>
                </a:lnTo>
                <a:lnTo>
                  <a:pt x="40386" y="1569466"/>
                </a:lnTo>
                <a:lnTo>
                  <a:pt x="32893" y="1563382"/>
                </a:lnTo>
                <a:lnTo>
                  <a:pt x="23622" y="1561160"/>
                </a:lnTo>
                <a:lnTo>
                  <a:pt x="14478" y="1563382"/>
                </a:lnTo>
                <a:lnTo>
                  <a:pt x="6985" y="1569466"/>
                </a:lnTo>
                <a:lnTo>
                  <a:pt x="1905" y="1578470"/>
                </a:lnTo>
                <a:lnTo>
                  <a:pt x="0" y="1589519"/>
                </a:lnTo>
                <a:lnTo>
                  <a:pt x="1905" y="1600568"/>
                </a:lnTo>
                <a:lnTo>
                  <a:pt x="6985" y="1609585"/>
                </a:lnTo>
                <a:lnTo>
                  <a:pt x="14478" y="1615655"/>
                </a:lnTo>
                <a:lnTo>
                  <a:pt x="23622" y="1617891"/>
                </a:lnTo>
                <a:lnTo>
                  <a:pt x="32893" y="1615655"/>
                </a:lnTo>
                <a:lnTo>
                  <a:pt x="40386" y="1609585"/>
                </a:lnTo>
                <a:lnTo>
                  <a:pt x="45466" y="1600568"/>
                </a:lnTo>
                <a:lnTo>
                  <a:pt x="47371" y="1589519"/>
                </a:lnTo>
                <a:close/>
              </a:path>
              <a:path w="1885315" h="1875154">
                <a:moveTo>
                  <a:pt x="47371" y="1332509"/>
                </a:moveTo>
                <a:lnTo>
                  <a:pt x="45466" y="1321460"/>
                </a:lnTo>
                <a:lnTo>
                  <a:pt x="40386" y="1312443"/>
                </a:lnTo>
                <a:lnTo>
                  <a:pt x="32893" y="1306360"/>
                </a:lnTo>
                <a:lnTo>
                  <a:pt x="23622" y="1304137"/>
                </a:lnTo>
                <a:lnTo>
                  <a:pt x="14478" y="1306360"/>
                </a:lnTo>
                <a:lnTo>
                  <a:pt x="6985" y="1312443"/>
                </a:lnTo>
                <a:lnTo>
                  <a:pt x="1905" y="1321460"/>
                </a:lnTo>
                <a:lnTo>
                  <a:pt x="0" y="1332509"/>
                </a:lnTo>
                <a:lnTo>
                  <a:pt x="1905" y="1343533"/>
                </a:lnTo>
                <a:lnTo>
                  <a:pt x="6985" y="1352562"/>
                </a:lnTo>
                <a:lnTo>
                  <a:pt x="14478" y="1358633"/>
                </a:lnTo>
                <a:lnTo>
                  <a:pt x="23622" y="1360868"/>
                </a:lnTo>
                <a:lnTo>
                  <a:pt x="32893" y="1358633"/>
                </a:lnTo>
                <a:lnTo>
                  <a:pt x="40386" y="1352562"/>
                </a:lnTo>
                <a:lnTo>
                  <a:pt x="45466" y="1343533"/>
                </a:lnTo>
                <a:lnTo>
                  <a:pt x="47371" y="1332509"/>
                </a:lnTo>
                <a:close/>
              </a:path>
              <a:path w="1885315" h="1875154">
                <a:moveTo>
                  <a:pt x="47371" y="1070749"/>
                </a:moveTo>
                <a:lnTo>
                  <a:pt x="45466" y="1061554"/>
                </a:lnTo>
                <a:lnTo>
                  <a:pt x="40386" y="1054036"/>
                </a:lnTo>
                <a:lnTo>
                  <a:pt x="32893" y="1048969"/>
                </a:lnTo>
                <a:lnTo>
                  <a:pt x="23622" y="1047115"/>
                </a:lnTo>
                <a:lnTo>
                  <a:pt x="14478" y="1048969"/>
                </a:lnTo>
                <a:lnTo>
                  <a:pt x="6985" y="1054036"/>
                </a:lnTo>
                <a:lnTo>
                  <a:pt x="1905" y="1061554"/>
                </a:lnTo>
                <a:lnTo>
                  <a:pt x="0" y="1070749"/>
                </a:lnTo>
                <a:lnTo>
                  <a:pt x="1905" y="1079957"/>
                </a:lnTo>
                <a:lnTo>
                  <a:pt x="6985" y="1087475"/>
                </a:lnTo>
                <a:lnTo>
                  <a:pt x="14478" y="1092542"/>
                </a:lnTo>
                <a:lnTo>
                  <a:pt x="23622" y="1094384"/>
                </a:lnTo>
                <a:lnTo>
                  <a:pt x="32893" y="1092542"/>
                </a:lnTo>
                <a:lnTo>
                  <a:pt x="40386" y="1087475"/>
                </a:lnTo>
                <a:lnTo>
                  <a:pt x="45466" y="1079957"/>
                </a:lnTo>
                <a:lnTo>
                  <a:pt x="47371" y="1070749"/>
                </a:lnTo>
                <a:close/>
              </a:path>
              <a:path w="1885315" h="1875154">
                <a:moveTo>
                  <a:pt x="47371" y="808990"/>
                </a:moveTo>
                <a:lnTo>
                  <a:pt x="45466" y="797941"/>
                </a:lnTo>
                <a:lnTo>
                  <a:pt x="40386" y="788924"/>
                </a:lnTo>
                <a:lnTo>
                  <a:pt x="32893" y="782828"/>
                </a:lnTo>
                <a:lnTo>
                  <a:pt x="23622" y="780542"/>
                </a:lnTo>
                <a:lnTo>
                  <a:pt x="14478" y="782828"/>
                </a:lnTo>
                <a:lnTo>
                  <a:pt x="6985" y="788924"/>
                </a:lnTo>
                <a:lnTo>
                  <a:pt x="1905" y="797941"/>
                </a:lnTo>
                <a:lnTo>
                  <a:pt x="0" y="808990"/>
                </a:lnTo>
                <a:lnTo>
                  <a:pt x="1905" y="820039"/>
                </a:lnTo>
                <a:lnTo>
                  <a:pt x="6985" y="829056"/>
                </a:lnTo>
                <a:lnTo>
                  <a:pt x="14478" y="835025"/>
                </a:lnTo>
                <a:lnTo>
                  <a:pt x="23622" y="837311"/>
                </a:lnTo>
                <a:lnTo>
                  <a:pt x="32893" y="835025"/>
                </a:lnTo>
                <a:lnTo>
                  <a:pt x="40386" y="829056"/>
                </a:lnTo>
                <a:lnTo>
                  <a:pt x="45466" y="820039"/>
                </a:lnTo>
                <a:lnTo>
                  <a:pt x="47371" y="808990"/>
                </a:lnTo>
                <a:close/>
              </a:path>
              <a:path w="1885315" h="1875154">
                <a:moveTo>
                  <a:pt x="47371" y="547154"/>
                </a:moveTo>
                <a:lnTo>
                  <a:pt x="45466" y="538010"/>
                </a:lnTo>
                <a:lnTo>
                  <a:pt x="40386" y="530517"/>
                </a:lnTo>
                <a:lnTo>
                  <a:pt x="32893" y="525449"/>
                </a:lnTo>
                <a:lnTo>
                  <a:pt x="23622" y="523544"/>
                </a:lnTo>
                <a:lnTo>
                  <a:pt x="14478" y="525449"/>
                </a:lnTo>
                <a:lnTo>
                  <a:pt x="6985" y="530517"/>
                </a:lnTo>
                <a:lnTo>
                  <a:pt x="1905" y="538010"/>
                </a:lnTo>
                <a:lnTo>
                  <a:pt x="0" y="547154"/>
                </a:lnTo>
                <a:lnTo>
                  <a:pt x="1905" y="556425"/>
                </a:lnTo>
                <a:lnTo>
                  <a:pt x="6985" y="563918"/>
                </a:lnTo>
                <a:lnTo>
                  <a:pt x="14478" y="568998"/>
                </a:lnTo>
                <a:lnTo>
                  <a:pt x="23622" y="570776"/>
                </a:lnTo>
                <a:lnTo>
                  <a:pt x="32893" y="568998"/>
                </a:lnTo>
                <a:lnTo>
                  <a:pt x="40386" y="563918"/>
                </a:lnTo>
                <a:lnTo>
                  <a:pt x="45466" y="556425"/>
                </a:lnTo>
                <a:lnTo>
                  <a:pt x="47371" y="547154"/>
                </a:lnTo>
                <a:close/>
              </a:path>
              <a:path w="1885315" h="1875154">
                <a:moveTo>
                  <a:pt x="47371" y="285330"/>
                </a:moveTo>
                <a:lnTo>
                  <a:pt x="45466" y="274281"/>
                </a:lnTo>
                <a:lnTo>
                  <a:pt x="40386" y="265264"/>
                </a:lnTo>
                <a:lnTo>
                  <a:pt x="32893" y="259295"/>
                </a:lnTo>
                <a:lnTo>
                  <a:pt x="23622" y="257009"/>
                </a:lnTo>
                <a:lnTo>
                  <a:pt x="14478" y="259295"/>
                </a:lnTo>
                <a:lnTo>
                  <a:pt x="6985" y="265264"/>
                </a:lnTo>
                <a:lnTo>
                  <a:pt x="1905" y="274281"/>
                </a:lnTo>
                <a:lnTo>
                  <a:pt x="0" y="285330"/>
                </a:lnTo>
                <a:lnTo>
                  <a:pt x="1905" y="296367"/>
                </a:lnTo>
                <a:lnTo>
                  <a:pt x="6985" y="305384"/>
                </a:lnTo>
                <a:lnTo>
                  <a:pt x="14478" y="311480"/>
                </a:lnTo>
                <a:lnTo>
                  <a:pt x="23622" y="313766"/>
                </a:lnTo>
                <a:lnTo>
                  <a:pt x="32893" y="311480"/>
                </a:lnTo>
                <a:lnTo>
                  <a:pt x="40386" y="305384"/>
                </a:lnTo>
                <a:lnTo>
                  <a:pt x="45466" y="296367"/>
                </a:lnTo>
                <a:lnTo>
                  <a:pt x="47371" y="285330"/>
                </a:lnTo>
                <a:close/>
              </a:path>
              <a:path w="1885315" h="1875154">
                <a:moveTo>
                  <a:pt x="47371" y="23622"/>
                </a:moveTo>
                <a:lnTo>
                  <a:pt x="45466" y="14478"/>
                </a:lnTo>
                <a:lnTo>
                  <a:pt x="40386" y="6858"/>
                </a:lnTo>
                <a:lnTo>
                  <a:pt x="32893" y="1905"/>
                </a:lnTo>
                <a:lnTo>
                  <a:pt x="23622" y="0"/>
                </a:lnTo>
                <a:lnTo>
                  <a:pt x="14478" y="1905"/>
                </a:lnTo>
                <a:lnTo>
                  <a:pt x="6985" y="6858"/>
                </a:lnTo>
                <a:lnTo>
                  <a:pt x="1905" y="14478"/>
                </a:lnTo>
                <a:lnTo>
                  <a:pt x="0" y="23622"/>
                </a:lnTo>
                <a:lnTo>
                  <a:pt x="1905" y="32893"/>
                </a:lnTo>
                <a:lnTo>
                  <a:pt x="6985" y="40386"/>
                </a:lnTo>
                <a:lnTo>
                  <a:pt x="14478" y="45466"/>
                </a:lnTo>
                <a:lnTo>
                  <a:pt x="23622" y="47244"/>
                </a:lnTo>
                <a:lnTo>
                  <a:pt x="32893" y="45466"/>
                </a:lnTo>
                <a:lnTo>
                  <a:pt x="40386" y="40386"/>
                </a:lnTo>
                <a:lnTo>
                  <a:pt x="45466" y="32893"/>
                </a:lnTo>
                <a:lnTo>
                  <a:pt x="47371" y="23622"/>
                </a:lnTo>
                <a:close/>
              </a:path>
              <a:path w="1885315" h="1875154">
                <a:moveTo>
                  <a:pt x="313893" y="1851329"/>
                </a:moveTo>
                <a:lnTo>
                  <a:pt x="311607" y="1842135"/>
                </a:lnTo>
                <a:lnTo>
                  <a:pt x="305638" y="1834616"/>
                </a:lnTo>
                <a:lnTo>
                  <a:pt x="296621" y="1829549"/>
                </a:lnTo>
                <a:lnTo>
                  <a:pt x="285457" y="1827695"/>
                </a:lnTo>
                <a:lnTo>
                  <a:pt x="274408" y="1829549"/>
                </a:lnTo>
                <a:lnTo>
                  <a:pt x="265391" y="1834616"/>
                </a:lnTo>
                <a:lnTo>
                  <a:pt x="259422" y="1842135"/>
                </a:lnTo>
                <a:lnTo>
                  <a:pt x="257136" y="1851329"/>
                </a:lnTo>
                <a:lnTo>
                  <a:pt x="259422" y="1860537"/>
                </a:lnTo>
                <a:lnTo>
                  <a:pt x="265391" y="1868055"/>
                </a:lnTo>
                <a:lnTo>
                  <a:pt x="274408" y="1873123"/>
                </a:lnTo>
                <a:lnTo>
                  <a:pt x="285457" y="1874977"/>
                </a:lnTo>
                <a:lnTo>
                  <a:pt x="296621" y="1873123"/>
                </a:lnTo>
                <a:lnTo>
                  <a:pt x="305638" y="1868055"/>
                </a:lnTo>
                <a:lnTo>
                  <a:pt x="311607" y="1860537"/>
                </a:lnTo>
                <a:lnTo>
                  <a:pt x="313893" y="1851329"/>
                </a:lnTo>
                <a:close/>
              </a:path>
              <a:path w="1885315" h="1875154">
                <a:moveTo>
                  <a:pt x="313893" y="1589519"/>
                </a:moveTo>
                <a:lnTo>
                  <a:pt x="311607" y="1578470"/>
                </a:lnTo>
                <a:lnTo>
                  <a:pt x="305638" y="1569466"/>
                </a:lnTo>
                <a:lnTo>
                  <a:pt x="296621" y="1563382"/>
                </a:lnTo>
                <a:lnTo>
                  <a:pt x="285457" y="1561160"/>
                </a:lnTo>
                <a:lnTo>
                  <a:pt x="274408" y="1563382"/>
                </a:lnTo>
                <a:lnTo>
                  <a:pt x="265391" y="1569466"/>
                </a:lnTo>
                <a:lnTo>
                  <a:pt x="259422" y="1578470"/>
                </a:lnTo>
                <a:lnTo>
                  <a:pt x="257136" y="1589519"/>
                </a:lnTo>
                <a:lnTo>
                  <a:pt x="259422" y="1600568"/>
                </a:lnTo>
                <a:lnTo>
                  <a:pt x="265391" y="1609585"/>
                </a:lnTo>
                <a:lnTo>
                  <a:pt x="274408" y="1615655"/>
                </a:lnTo>
                <a:lnTo>
                  <a:pt x="285457" y="1617891"/>
                </a:lnTo>
                <a:lnTo>
                  <a:pt x="296621" y="1615655"/>
                </a:lnTo>
                <a:lnTo>
                  <a:pt x="305638" y="1609585"/>
                </a:lnTo>
                <a:lnTo>
                  <a:pt x="311607" y="1600568"/>
                </a:lnTo>
                <a:lnTo>
                  <a:pt x="313893" y="1589519"/>
                </a:lnTo>
                <a:close/>
              </a:path>
              <a:path w="1885315" h="1875154">
                <a:moveTo>
                  <a:pt x="313893" y="1332509"/>
                </a:moveTo>
                <a:lnTo>
                  <a:pt x="311607" y="1321460"/>
                </a:lnTo>
                <a:lnTo>
                  <a:pt x="305638" y="1312443"/>
                </a:lnTo>
                <a:lnTo>
                  <a:pt x="296621" y="1306360"/>
                </a:lnTo>
                <a:lnTo>
                  <a:pt x="285457" y="1304137"/>
                </a:lnTo>
                <a:lnTo>
                  <a:pt x="274408" y="1306360"/>
                </a:lnTo>
                <a:lnTo>
                  <a:pt x="265391" y="1312443"/>
                </a:lnTo>
                <a:lnTo>
                  <a:pt x="259422" y="1321460"/>
                </a:lnTo>
                <a:lnTo>
                  <a:pt x="257136" y="1332509"/>
                </a:lnTo>
                <a:lnTo>
                  <a:pt x="259422" y="1343533"/>
                </a:lnTo>
                <a:lnTo>
                  <a:pt x="265391" y="1352562"/>
                </a:lnTo>
                <a:lnTo>
                  <a:pt x="274408" y="1358633"/>
                </a:lnTo>
                <a:lnTo>
                  <a:pt x="285457" y="1360868"/>
                </a:lnTo>
                <a:lnTo>
                  <a:pt x="296621" y="1358633"/>
                </a:lnTo>
                <a:lnTo>
                  <a:pt x="305638" y="1352562"/>
                </a:lnTo>
                <a:lnTo>
                  <a:pt x="311607" y="1343533"/>
                </a:lnTo>
                <a:lnTo>
                  <a:pt x="313893" y="1332509"/>
                </a:lnTo>
                <a:close/>
              </a:path>
              <a:path w="1885315" h="1875154">
                <a:moveTo>
                  <a:pt x="313893" y="1070749"/>
                </a:moveTo>
                <a:lnTo>
                  <a:pt x="311607" y="1061554"/>
                </a:lnTo>
                <a:lnTo>
                  <a:pt x="305638" y="1054036"/>
                </a:lnTo>
                <a:lnTo>
                  <a:pt x="296621" y="1048969"/>
                </a:lnTo>
                <a:lnTo>
                  <a:pt x="285457" y="1047115"/>
                </a:lnTo>
                <a:lnTo>
                  <a:pt x="274408" y="1048969"/>
                </a:lnTo>
                <a:lnTo>
                  <a:pt x="265391" y="1054036"/>
                </a:lnTo>
                <a:lnTo>
                  <a:pt x="259422" y="1061554"/>
                </a:lnTo>
                <a:lnTo>
                  <a:pt x="257136" y="1070749"/>
                </a:lnTo>
                <a:lnTo>
                  <a:pt x="259422" y="1079957"/>
                </a:lnTo>
                <a:lnTo>
                  <a:pt x="265391" y="1087475"/>
                </a:lnTo>
                <a:lnTo>
                  <a:pt x="274408" y="1092542"/>
                </a:lnTo>
                <a:lnTo>
                  <a:pt x="285457" y="1094384"/>
                </a:lnTo>
                <a:lnTo>
                  <a:pt x="296621" y="1092542"/>
                </a:lnTo>
                <a:lnTo>
                  <a:pt x="305638" y="1087475"/>
                </a:lnTo>
                <a:lnTo>
                  <a:pt x="311607" y="1079957"/>
                </a:lnTo>
                <a:lnTo>
                  <a:pt x="313893" y="1070749"/>
                </a:lnTo>
                <a:close/>
              </a:path>
              <a:path w="1885315" h="1875154">
                <a:moveTo>
                  <a:pt x="313893" y="808990"/>
                </a:moveTo>
                <a:lnTo>
                  <a:pt x="311607" y="797941"/>
                </a:lnTo>
                <a:lnTo>
                  <a:pt x="305638" y="788924"/>
                </a:lnTo>
                <a:lnTo>
                  <a:pt x="296621" y="782828"/>
                </a:lnTo>
                <a:lnTo>
                  <a:pt x="285457" y="780542"/>
                </a:lnTo>
                <a:lnTo>
                  <a:pt x="274408" y="782828"/>
                </a:lnTo>
                <a:lnTo>
                  <a:pt x="265391" y="788924"/>
                </a:lnTo>
                <a:lnTo>
                  <a:pt x="259422" y="797941"/>
                </a:lnTo>
                <a:lnTo>
                  <a:pt x="257136" y="808990"/>
                </a:lnTo>
                <a:lnTo>
                  <a:pt x="259422" y="820039"/>
                </a:lnTo>
                <a:lnTo>
                  <a:pt x="265391" y="829056"/>
                </a:lnTo>
                <a:lnTo>
                  <a:pt x="274408" y="835025"/>
                </a:lnTo>
                <a:lnTo>
                  <a:pt x="285457" y="837311"/>
                </a:lnTo>
                <a:lnTo>
                  <a:pt x="296621" y="835025"/>
                </a:lnTo>
                <a:lnTo>
                  <a:pt x="305638" y="829056"/>
                </a:lnTo>
                <a:lnTo>
                  <a:pt x="311607" y="820039"/>
                </a:lnTo>
                <a:lnTo>
                  <a:pt x="313893" y="808990"/>
                </a:lnTo>
                <a:close/>
              </a:path>
              <a:path w="1885315" h="1875154">
                <a:moveTo>
                  <a:pt x="313893" y="547154"/>
                </a:moveTo>
                <a:lnTo>
                  <a:pt x="311607" y="538010"/>
                </a:lnTo>
                <a:lnTo>
                  <a:pt x="305638" y="530517"/>
                </a:lnTo>
                <a:lnTo>
                  <a:pt x="296621" y="525449"/>
                </a:lnTo>
                <a:lnTo>
                  <a:pt x="285457" y="523544"/>
                </a:lnTo>
                <a:lnTo>
                  <a:pt x="274408" y="525449"/>
                </a:lnTo>
                <a:lnTo>
                  <a:pt x="265391" y="530517"/>
                </a:lnTo>
                <a:lnTo>
                  <a:pt x="259422" y="538010"/>
                </a:lnTo>
                <a:lnTo>
                  <a:pt x="257136" y="547154"/>
                </a:lnTo>
                <a:lnTo>
                  <a:pt x="259422" y="556425"/>
                </a:lnTo>
                <a:lnTo>
                  <a:pt x="265391" y="563918"/>
                </a:lnTo>
                <a:lnTo>
                  <a:pt x="274408" y="568998"/>
                </a:lnTo>
                <a:lnTo>
                  <a:pt x="285457" y="570776"/>
                </a:lnTo>
                <a:lnTo>
                  <a:pt x="296621" y="568998"/>
                </a:lnTo>
                <a:lnTo>
                  <a:pt x="305638" y="563918"/>
                </a:lnTo>
                <a:lnTo>
                  <a:pt x="311607" y="556425"/>
                </a:lnTo>
                <a:lnTo>
                  <a:pt x="313893" y="547154"/>
                </a:lnTo>
                <a:close/>
              </a:path>
              <a:path w="1885315" h="1875154">
                <a:moveTo>
                  <a:pt x="313893" y="285330"/>
                </a:moveTo>
                <a:lnTo>
                  <a:pt x="311607" y="274281"/>
                </a:lnTo>
                <a:lnTo>
                  <a:pt x="305638" y="265264"/>
                </a:lnTo>
                <a:lnTo>
                  <a:pt x="296621" y="259295"/>
                </a:lnTo>
                <a:lnTo>
                  <a:pt x="285457" y="257009"/>
                </a:lnTo>
                <a:lnTo>
                  <a:pt x="274408" y="259295"/>
                </a:lnTo>
                <a:lnTo>
                  <a:pt x="265391" y="265264"/>
                </a:lnTo>
                <a:lnTo>
                  <a:pt x="259422" y="274281"/>
                </a:lnTo>
                <a:lnTo>
                  <a:pt x="257136" y="285330"/>
                </a:lnTo>
                <a:lnTo>
                  <a:pt x="259422" y="296367"/>
                </a:lnTo>
                <a:lnTo>
                  <a:pt x="265391" y="305384"/>
                </a:lnTo>
                <a:lnTo>
                  <a:pt x="274408" y="311480"/>
                </a:lnTo>
                <a:lnTo>
                  <a:pt x="285457" y="313766"/>
                </a:lnTo>
                <a:lnTo>
                  <a:pt x="296621" y="311480"/>
                </a:lnTo>
                <a:lnTo>
                  <a:pt x="305638" y="305384"/>
                </a:lnTo>
                <a:lnTo>
                  <a:pt x="311607" y="296367"/>
                </a:lnTo>
                <a:lnTo>
                  <a:pt x="313893" y="285330"/>
                </a:lnTo>
                <a:close/>
              </a:path>
              <a:path w="1885315" h="1875154">
                <a:moveTo>
                  <a:pt x="313893" y="23622"/>
                </a:moveTo>
                <a:lnTo>
                  <a:pt x="311607" y="14478"/>
                </a:lnTo>
                <a:lnTo>
                  <a:pt x="305638" y="6858"/>
                </a:lnTo>
                <a:lnTo>
                  <a:pt x="296621" y="1905"/>
                </a:lnTo>
                <a:lnTo>
                  <a:pt x="285457" y="0"/>
                </a:lnTo>
                <a:lnTo>
                  <a:pt x="274408" y="1905"/>
                </a:lnTo>
                <a:lnTo>
                  <a:pt x="265391" y="6858"/>
                </a:lnTo>
                <a:lnTo>
                  <a:pt x="259422" y="14478"/>
                </a:lnTo>
                <a:lnTo>
                  <a:pt x="257136" y="23622"/>
                </a:lnTo>
                <a:lnTo>
                  <a:pt x="259422" y="32893"/>
                </a:lnTo>
                <a:lnTo>
                  <a:pt x="265391" y="40386"/>
                </a:lnTo>
                <a:lnTo>
                  <a:pt x="274408" y="45466"/>
                </a:lnTo>
                <a:lnTo>
                  <a:pt x="285457" y="47244"/>
                </a:lnTo>
                <a:lnTo>
                  <a:pt x="296621" y="45466"/>
                </a:lnTo>
                <a:lnTo>
                  <a:pt x="305638" y="40386"/>
                </a:lnTo>
                <a:lnTo>
                  <a:pt x="311607" y="32893"/>
                </a:lnTo>
                <a:lnTo>
                  <a:pt x="313893" y="23622"/>
                </a:lnTo>
                <a:close/>
              </a:path>
              <a:path w="1885315" h="1875154">
                <a:moveTo>
                  <a:pt x="571030" y="1851329"/>
                </a:moveTo>
                <a:lnTo>
                  <a:pt x="569252" y="1842135"/>
                </a:lnTo>
                <a:lnTo>
                  <a:pt x="564172" y="1834616"/>
                </a:lnTo>
                <a:lnTo>
                  <a:pt x="556679" y="1829549"/>
                </a:lnTo>
                <a:lnTo>
                  <a:pt x="547408" y="1827695"/>
                </a:lnTo>
                <a:lnTo>
                  <a:pt x="538264" y="1829549"/>
                </a:lnTo>
                <a:lnTo>
                  <a:pt x="530783" y="1834616"/>
                </a:lnTo>
                <a:lnTo>
                  <a:pt x="525703" y="1842135"/>
                </a:lnTo>
                <a:lnTo>
                  <a:pt x="523798" y="1851329"/>
                </a:lnTo>
                <a:lnTo>
                  <a:pt x="525703" y="1860537"/>
                </a:lnTo>
                <a:lnTo>
                  <a:pt x="530783" y="1868055"/>
                </a:lnTo>
                <a:lnTo>
                  <a:pt x="538264" y="1873123"/>
                </a:lnTo>
                <a:lnTo>
                  <a:pt x="547408" y="1874977"/>
                </a:lnTo>
                <a:lnTo>
                  <a:pt x="556679" y="1873123"/>
                </a:lnTo>
                <a:lnTo>
                  <a:pt x="564172" y="1868055"/>
                </a:lnTo>
                <a:lnTo>
                  <a:pt x="569252" y="1860537"/>
                </a:lnTo>
                <a:lnTo>
                  <a:pt x="571030" y="1851329"/>
                </a:lnTo>
                <a:close/>
              </a:path>
              <a:path w="1885315" h="1875154">
                <a:moveTo>
                  <a:pt x="571030" y="1589519"/>
                </a:moveTo>
                <a:lnTo>
                  <a:pt x="569252" y="1578470"/>
                </a:lnTo>
                <a:lnTo>
                  <a:pt x="564172" y="1569466"/>
                </a:lnTo>
                <a:lnTo>
                  <a:pt x="556679" y="1563382"/>
                </a:lnTo>
                <a:lnTo>
                  <a:pt x="547408" y="1561160"/>
                </a:lnTo>
                <a:lnTo>
                  <a:pt x="538264" y="1563382"/>
                </a:lnTo>
                <a:lnTo>
                  <a:pt x="530783" y="1569466"/>
                </a:lnTo>
                <a:lnTo>
                  <a:pt x="525703" y="1578470"/>
                </a:lnTo>
                <a:lnTo>
                  <a:pt x="523798" y="1589519"/>
                </a:lnTo>
                <a:lnTo>
                  <a:pt x="525703" y="1600568"/>
                </a:lnTo>
                <a:lnTo>
                  <a:pt x="530783" y="1609585"/>
                </a:lnTo>
                <a:lnTo>
                  <a:pt x="538264" y="1615655"/>
                </a:lnTo>
                <a:lnTo>
                  <a:pt x="547408" y="1617891"/>
                </a:lnTo>
                <a:lnTo>
                  <a:pt x="556679" y="1615655"/>
                </a:lnTo>
                <a:lnTo>
                  <a:pt x="564172" y="1609585"/>
                </a:lnTo>
                <a:lnTo>
                  <a:pt x="569252" y="1600568"/>
                </a:lnTo>
                <a:lnTo>
                  <a:pt x="571030" y="1589519"/>
                </a:lnTo>
                <a:close/>
              </a:path>
              <a:path w="1885315" h="1875154">
                <a:moveTo>
                  <a:pt x="571030" y="1332509"/>
                </a:moveTo>
                <a:lnTo>
                  <a:pt x="569252" y="1321460"/>
                </a:lnTo>
                <a:lnTo>
                  <a:pt x="564172" y="1312443"/>
                </a:lnTo>
                <a:lnTo>
                  <a:pt x="556679" y="1306360"/>
                </a:lnTo>
                <a:lnTo>
                  <a:pt x="547408" y="1304137"/>
                </a:lnTo>
                <a:lnTo>
                  <a:pt x="538264" y="1306360"/>
                </a:lnTo>
                <a:lnTo>
                  <a:pt x="530783" y="1312443"/>
                </a:lnTo>
                <a:lnTo>
                  <a:pt x="525703" y="1321460"/>
                </a:lnTo>
                <a:lnTo>
                  <a:pt x="523798" y="1332509"/>
                </a:lnTo>
                <a:lnTo>
                  <a:pt x="525703" y="1343533"/>
                </a:lnTo>
                <a:lnTo>
                  <a:pt x="530783" y="1352562"/>
                </a:lnTo>
                <a:lnTo>
                  <a:pt x="538264" y="1358633"/>
                </a:lnTo>
                <a:lnTo>
                  <a:pt x="547408" y="1360868"/>
                </a:lnTo>
                <a:lnTo>
                  <a:pt x="556679" y="1358633"/>
                </a:lnTo>
                <a:lnTo>
                  <a:pt x="564172" y="1352562"/>
                </a:lnTo>
                <a:lnTo>
                  <a:pt x="569252" y="1343533"/>
                </a:lnTo>
                <a:lnTo>
                  <a:pt x="571030" y="1332509"/>
                </a:lnTo>
                <a:close/>
              </a:path>
              <a:path w="1885315" h="1875154">
                <a:moveTo>
                  <a:pt x="571030" y="1070749"/>
                </a:moveTo>
                <a:lnTo>
                  <a:pt x="569252" y="1061554"/>
                </a:lnTo>
                <a:lnTo>
                  <a:pt x="564172" y="1054036"/>
                </a:lnTo>
                <a:lnTo>
                  <a:pt x="556679" y="1048969"/>
                </a:lnTo>
                <a:lnTo>
                  <a:pt x="547408" y="1047115"/>
                </a:lnTo>
                <a:lnTo>
                  <a:pt x="538264" y="1048969"/>
                </a:lnTo>
                <a:lnTo>
                  <a:pt x="530783" y="1054036"/>
                </a:lnTo>
                <a:lnTo>
                  <a:pt x="525703" y="1061554"/>
                </a:lnTo>
                <a:lnTo>
                  <a:pt x="523798" y="1070749"/>
                </a:lnTo>
                <a:lnTo>
                  <a:pt x="525703" y="1079957"/>
                </a:lnTo>
                <a:lnTo>
                  <a:pt x="530783" y="1087475"/>
                </a:lnTo>
                <a:lnTo>
                  <a:pt x="538264" y="1092542"/>
                </a:lnTo>
                <a:lnTo>
                  <a:pt x="547408" y="1094384"/>
                </a:lnTo>
                <a:lnTo>
                  <a:pt x="556679" y="1092542"/>
                </a:lnTo>
                <a:lnTo>
                  <a:pt x="564172" y="1087475"/>
                </a:lnTo>
                <a:lnTo>
                  <a:pt x="569252" y="1079957"/>
                </a:lnTo>
                <a:lnTo>
                  <a:pt x="571030" y="1070749"/>
                </a:lnTo>
                <a:close/>
              </a:path>
              <a:path w="1885315" h="1875154">
                <a:moveTo>
                  <a:pt x="571030" y="808990"/>
                </a:moveTo>
                <a:lnTo>
                  <a:pt x="569252" y="797941"/>
                </a:lnTo>
                <a:lnTo>
                  <a:pt x="564172" y="788924"/>
                </a:lnTo>
                <a:lnTo>
                  <a:pt x="556679" y="782828"/>
                </a:lnTo>
                <a:lnTo>
                  <a:pt x="547408" y="780542"/>
                </a:lnTo>
                <a:lnTo>
                  <a:pt x="538264" y="782828"/>
                </a:lnTo>
                <a:lnTo>
                  <a:pt x="530783" y="788924"/>
                </a:lnTo>
                <a:lnTo>
                  <a:pt x="525703" y="797941"/>
                </a:lnTo>
                <a:lnTo>
                  <a:pt x="523798" y="808990"/>
                </a:lnTo>
                <a:lnTo>
                  <a:pt x="525703" y="820039"/>
                </a:lnTo>
                <a:lnTo>
                  <a:pt x="530783" y="829056"/>
                </a:lnTo>
                <a:lnTo>
                  <a:pt x="538264" y="835025"/>
                </a:lnTo>
                <a:lnTo>
                  <a:pt x="547408" y="837311"/>
                </a:lnTo>
                <a:lnTo>
                  <a:pt x="556679" y="835025"/>
                </a:lnTo>
                <a:lnTo>
                  <a:pt x="564172" y="829056"/>
                </a:lnTo>
                <a:lnTo>
                  <a:pt x="569252" y="820039"/>
                </a:lnTo>
                <a:lnTo>
                  <a:pt x="571030" y="808990"/>
                </a:lnTo>
                <a:close/>
              </a:path>
              <a:path w="1885315" h="1875154">
                <a:moveTo>
                  <a:pt x="571030" y="547154"/>
                </a:moveTo>
                <a:lnTo>
                  <a:pt x="569252" y="538010"/>
                </a:lnTo>
                <a:lnTo>
                  <a:pt x="564172" y="530517"/>
                </a:lnTo>
                <a:lnTo>
                  <a:pt x="556679" y="525449"/>
                </a:lnTo>
                <a:lnTo>
                  <a:pt x="547408" y="523544"/>
                </a:lnTo>
                <a:lnTo>
                  <a:pt x="538264" y="525449"/>
                </a:lnTo>
                <a:lnTo>
                  <a:pt x="530783" y="530517"/>
                </a:lnTo>
                <a:lnTo>
                  <a:pt x="525703" y="538010"/>
                </a:lnTo>
                <a:lnTo>
                  <a:pt x="523798" y="547154"/>
                </a:lnTo>
                <a:lnTo>
                  <a:pt x="525703" y="556425"/>
                </a:lnTo>
                <a:lnTo>
                  <a:pt x="530783" y="563918"/>
                </a:lnTo>
                <a:lnTo>
                  <a:pt x="538264" y="568998"/>
                </a:lnTo>
                <a:lnTo>
                  <a:pt x="547408" y="570776"/>
                </a:lnTo>
                <a:lnTo>
                  <a:pt x="556679" y="568998"/>
                </a:lnTo>
                <a:lnTo>
                  <a:pt x="564172" y="563918"/>
                </a:lnTo>
                <a:lnTo>
                  <a:pt x="569252" y="556425"/>
                </a:lnTo>
                <a:lnTo>
                  <a:pt x="571030" y="547154"/>
                </a:lnTo>
                <a:close/>
              </a:path>
              <a:path w="1885315" h="1875154">
                <a:moveTo>
                  <a:pt x="571030" y="285330"/>
                </a:moveTo>
                <a:lnTo>
                  <a:pt x="569252" y="274281"/>
                </a:lnTo>
                <a:lnTo>
                  <a:pt x="564172" y="265264"/>
                </a:lnTo>
                <a:lnTo>
                  <a:pt x="556679" y="259295"/>
                </a:lnTo>
                <a:lnTo>
                  <a:pt x="547408" y="257009"/>
                </a:lnTo>
                <a:lnTo>
                  <a:pt x="538264" y="259295"/>
                </a:lnTo>
                <a:lnTo>
                  <a:pt x="530783" y="265264"/>
                </a:lnTo>
                <a:lnTo>
                  <a:pt x="525703" y="274281"/>
                </a:lnTo>
                <a:lnTo>
                  <a:pt x="523798" y="285330"/>
                </a:lnTo>
                <a:lnTo>
                  <a:pt x="525703" y="296367"/>
                </a:lnTo>
                <a:lnTo>
                  <a:pt x="530783" y="305384"/>
                </a:lnTo>
                <a:lnTo>
                  <a:pt x="538264" y="311480"/>
                </a:lnTo>
                <a:lnTo>
                  <a:pt x="547408" y="313766"/>
                </a:lnTo>
                <a:lnTo>
                  <a:pt x="556679" y="311480"/>
                </a:lnTo>
                <a:lnTo>
                  <a:pt x="564172" y="305384"/>
                </a:lnTo>
                <a:lnTo>
                  <a:pt x="569252" y="296367"/>
                </a:lnTo>
                <a:lnTo>
                  <a:pt x="571030" y="285330"/>
                </a:lnTo>
                <a:close/>
              </a:path>
              <a:path w="1885315" h="1875154">
                <a:moveTo>
                  <a:pt x="571030" y="23622"/>
                </a:moveTo>
                <a:lnTo>
                  <a:pt x="569252" y="14478"/>
                </a:lnTo>
                <a:lnTo>
                  <a:pt x="564172" y="6858"/>
                </a:lnTo>
                <a:lnTo>
                  <a:pt x="556679" y="1905"/>
                </a:lnTo>
                <a:lnTo>
                  <a:pt x="547408" y="0"/>
                </a:lnTo>
                <a:lnTo>
                  <a:pt x="538264" y="1905"/>
                </a:lnTo>
                <a:lnTo>
                  <a:pt x="530783" y="6858"/>
                </a:lnTo>
                <a:lnTo>
                  <a:pt x="525703" y="14478"/>
                </a:lnTo>
                <a:lnTo>
                  <a:pt x="523798" y="23622"/>
                </a:lnTo>
                <a:lnTo>
                  <a:pt x="525703" y="32893"/>
                </a:lnTo>
                <a:lnTo>
                  <a:pt x="530783" y="40386"/>
                </a:lnTo>
                <a:lnTo>
                  <a:pt x="538264" y="45466"/>
                </a:lnTo>
                <a:lnTo>
                  <a:pt x="547408" y="47244"/>
                </a:lnTo>
                <a:lnTo>
                  <a:pt x="556679" y="45466"/>
                </a:lnTo>
                <a:lnTo>
                  <a:pt x="564172" y="40386"/>
                </a:lnTo>
                <a:lnTo>
                  <a:pt x="569252" y="32893"/>
                </a:lnTo>
                <a:lnTo>
                  <a:pt x="571030" y="23622"/>
                </a:lnTo>
                <a:close/>
              </a:path>
              <a:path w="1885315" h="1875154">
                <a:moveTo>
                  <a:pt x="837692" y="1851329"/>
                </a:moveTo>
                <a:lnTo>
                  <a:pt x="835406" y="1842135"/>
                </a:lnTo>
                <a:lnTo>
                  <a:pt x="829437" y="1834616"/>
                </a:lnTo>
                <a:lnTo>
                  <a:pt x="820420" y="1829549"/>
                </a:lnTo>
                <a:lnTo>
                  <a:pt x="809244" y="1827695"/>
                </a:lnTo>
                <a:lnTo>
                  <a:pt x="798195" y="1829549"/>
                </a:lnTo>
                <a:lnTo>
                  <a:pt x="789178" y="1834616"/>
                </a:lnTo>
                <a:lnTo>
                  <a:pt x="783209" y="1842135"/>
                </a:lnTo>
                <a:lnTo>
                  <a:pt x="780923" y="1851329"/>
                </a:lnTo>
                <a:lnTo>
                  <a:pt x="783209" y="1860537"/>
                </a:lnTo>
                <a:lnTo>
                  <a:pt x="789178" y="1868055"/>
                </a:lnTo>
                <a:lnTo>
                  <a:pt x="798195" y="1873123"/>
                </a:lnTo>
                <a:lnTo>
                  <a:pt x="809244" y="1874977"/>
                </a:lnTo>
                <a:lnTo>
                  <a:pt x="820420" y="1873123"/>
                </a:lnTo>
                <a:lnTo>
                  <a:pt x="829437" y="1868055"/>
                </a:lnTo>
                <a:lnTo>
                  <a:pt x="835406" y="1860537"/>
                </a:lnTo>
                <a:lnTo>
                  <a:pt x="837692" y="1851329"/>
                </a:lnTo>
                <a:close/>
              </a:path>
              <a:path w="1885315" h="1875154">
                <a:moveTo>
                  <a:pt x="837692" y="1589519"/>
                </a:moveTo>
                <a:lnTo>
                  <a:pt x="835406" y="1578470"/>
                </a:lnTo>
                <a:lnTo>
                  <a:pt x="829437" y="1569466"/>
                </a:lnTo>
                <a:lnTo>
                  <a:pt x="820420" y="1563382"/>
                </a:lnTo>
                <a:lnTo>
                  <a:pt x="809244" y="1561160"/>
                </a:lnTo>
                <a:lnTo>
                  <a:pt x="798195" y="1563382"/>
                </a:lnTo>
                <a:lnTo>
                  <a:pt x="789178" y="1569466"/>
                </a:lnTo>
                <a:lnTo>
                  <a:pt x="783209" y="1578470"/>
                </a:lnTo>
                <a:lnTo>
                  <a:pt x="780923" y="1589519"/>
                </a:lnTo>
                <a:lnTo>
                  <a:pt x="783209" y="1600568"/>
                </a:lnTo>
                <a:lnTo>
                  <a:pt x="789178" y="1609585"/>
                </a:lnTo>
                <a:lnTo>
                  <a:pt x="798195" y="1615655"/>
                </a:lnTo>
                <a:lnTo>
                  <a:pt x="809244" y="1617891"/>
                </a:lnTo>
                <a:lnTo>
                  <a:pt x="820420" y="1615655"/>
                </a:lnTo>
                <a:lnTo>
                  <a:pt x="829437" y="1609585"/>
                </a:lnTo>
                <a:lnTo>
                  <a:pt x="835406" y="1600568"/>
                </a:lnTo>
                <a:lnTo>
                  <a:pt x="837692" y="1589519"/>
                </a:lnTo>
                <a:close/>
              </a:path>
              <a:path w="1885315" h="1875154">
                <a:moveTo>
                  <a:pt x="837692" y="1332509"/>
                </a:moveTo>
                <a:lnTo>
                  <a:pt x="835406" y="1321460"/>
                </a:lnTo>
                <a:lnTo>
                  <a:pt x="829437" y="1312443"/>
                </a:lnTo>
                <a:lnTo>
                  <a:pt x="820420" y="1306360"/>
                </a:lnTo>
                <a:lnTo>
                  <a:pt x="809244" y="1304137"/>
                </a:lnTo>
                <a:lnTo>
                  <a:pt x="798195" y="1306360"/>
                </a:lnTo>
                <a:lnTo>
                  <a:pt x="789178" y="1312443"/>
                </a:lnTo>
                <a:lnTo>
                  <a:pt x="783209" y="1321460"/>
                </a:lnTo>
                <a:lnTo>
                  <a:pt x="780923" y="1332509"/>
                </a:lnTo>
                <a:lnTo>
                  <a:pt x="783209" y="1343533"/>
                </a:lnTo>
                <a:lnTo>
                  <a:pt x="789178" y="1352562"/>
                </a:lnTo>
                <a:lnTo>
                  <a:pt x="798195" y="1358633"/>
                </a:lnTo>
                <a:lnTo>
                  <a:pt x="809244" y="1360868"/>
                </a:lnTo>
                <a:lnTo>
                  <a:pt x="820420" y="1358633"/>
                </a:lnTo>
                <a:lnTo>
                  <a:pt x="829437" y="1352562"/>
                </a:lnTo>
                <a:lnTo>
                  <a:pt x="835406" y="1343533"/>
                </a:lnTo>
                <a:lnTo>
                  <a:pt x="837692" y="1332509"/>
                </a:lnTo>
                <a:close/>
              </a:path>
              <a:path w="1885315" h="1875154">
                <a:moveTo>
                  <a:pt x="837692" y="1070749"/>
                </a:moveTo>
                <a:lnTo>
                  <a:pt x="835406" y="1061554"/>
                </a:lnTo>
                <a:lnTo>
                  <a:pt x="829437" y="1054036"/>
                </a:lnTo>
                <a:lnTo>
                  <a:pt x="820420" y="1048969"/>
                </a:lnTo>
                <a:lnTo>
                  <a:pt x="809244" y="1047115"/>
                </a:lnTo>
                <a:lnTo>
                  <a:pt x="798195" y="1048969"/>
                </a:lnTo>
                <a:lnTo>
                  <a:pt x="789178" y="1054036"/>
                </a:lnTo>
                <a:lnTo>
                  <a:pt x="783209" y="1061554"/>
                </a:lnTo>
                <a:lnTo>
                  <a:pt x="780923" y="1070749"/>
                </a:lnTo>
                <a:lnTo>
                  <a:pt x="783209" y="1079957"/>
                </a:lnTo>
                <a:lnTo>
                  <a:pt x="789178" y="1087475"/>
                </a:lnTo>
                <a:lnTo>
                  <a:pt x="798195" y="1092542"/>
                </a:lnTo>
                <a:lnTo>
                  <a:pt x="809244" y="1094384"/>
                </a:lnTo>
                <a:lnTo>
                  <a:pt x="820420" y="1092542"/>
                </a:lnTo>
                <a:lnTo>
                  <a:pt x="829437" y="1087475"/>
                </a:lnTo>
                <a:lnTo>
                  <a:pt x="835406" y="1079957"/>
                </a:lnTo>
                <a:lnTo>
                  <a:pt x="837692" y="1070749"/>
                </a:lnTo>
                <a:close/>
              </a:path>
              <a:path w="1885315" h="1875154">
                <a:moveTo>
                  <a:pt x="837692" y="808990"/>
                </a:moveTo>
                <a:lnTo>
                  <a:pt x="835406" y="797941"/>
                </a:lnTo>
                <a:lnTo>
                  <a:pt x="829437" y="788924"/>
                </a:lnTo>
                <a:lnTo>
                  <a:pt x="820420" y="782828"/>
                </a:lnTo>
                <a:lnTo>
                  <a:pt x="809244" y="780542"/>
                </a:lnTo>
                <a:lnTo>
                  <a:pt x="798195" y="782828"/>
                </a:lnTo>
                <a:lnTo>
                  <a:pt x="789178" y="788924"/>
                </a:lnTo>
                <a:lnTo>
                  <a:pt x="783209" y="797941"/>
                </a:lnTo>
                <a:lnTo>
                  <a:pt x="780923" y="808990"/>
                </a:lnTo>
                <a:lnTo>
                  <a:pt x="783209" y="820039"/>
                </a:lnTo>
                <a:lnTo>
                  <a:pt x="789178" y="829056"/>
                </a:lnTo>
                <a:lnTo>
                  <a:pt x="798195" y="835025"/>
                </a:lnTo>
                <a:lnTo>
                  <a:pt x="809244" y="837311"/>
                </a:lnTo>
                <a:lnTo>
                  <a:pt x="820420" y="835025"/>
                </a:lnTo>
                <a:lnTo>
                  <a:pt x="829437" y="829056"/>
                </a:lnTo>
                <a:lnTo>
                  <a:pt x="835406" y="820039"/>
                </a:lnTo>
                <a:lnTo>
                  <a:pt x="837692" y="808990"/>
                </a:lnTo>
                <a:close/>
              </a:path>
              <a:path w="1885315" h="1875154">
                <a:moveTo>
                  <a:pt x="837692" y="547154"/>
                </a:moveTo>
                <a:lnTo>
                  <a:pt x="835406" y="538010"/>
                </a:lnTo>
                <a:lnTo>
                  <a:pt x="829437" y="530517"/>
                </a:lnTo>
                <a:lnTo>
                  <a:pt x="820420" y="525449"/>
                </a:lnTo>
                <a:lnTo>
                  <a:pt x="809244" y="523544"/>
                </a:lnTo>
                <a:lnTo>
                  <a:pt x="798195" y="525449"/>
                </a:lnTo>
                <a:lnTo>
                  <a:pt x="789178" y="530517"/>
                </a:lnTo>
                <a:lnTo>
                  <a:pt x="783209" y="538010"/>
                </a:lnTo>
                <a:lnTo>
                  <a:pt x="780923" y="547154"/>
                </a:lnTo>
                <a:lnTo>
                  <a:pt x="783209" y="556425"/>
                </a:lnTo>
                <a:lnTo>
                  <a:pt x="789178" y="563918"/>
                </a:lnTo>
                <a:lnTo>
                  <a:pt x="798195" y="568998"/>
                </a:lnTo>
                <a:lnTo>
                  <a:pt x="809244" y="570776"/>
                </a:lnTo>
                <a:lnTo>
                  <a:pt x="820420" y="568998"/>
                </a:lnTo>
                <a:lnTo>
                  <a:pt x="829437" y="563918"/>
                </a:lnTo>
                <a:lnTo>
                  <a:pt x="835406" y="556425"/>
                </a:lnTo>
                <a:lnTo>
                  <a:pt x="837692" y="547154"/>
                </a:lnTo>
                <a:close/>
              </a:path>
              <a:path w="1885315" h="1875154">
                <a:moveTo>
                  <a:pt x="837692" y="285330"/>
                </a:moveTo>
                <a:lnTo>
                  <a:pt x="835406" y="274281"/>
                </a:lnTo>
                <a:lnTo>
                  <a:pt x="829437" y="265264"/>
                </a:lnTo>
                <a:lnTo>
                  <a:pt x="820420" y="259295"/>
                </a:lnTo>
                <a:lnTo>
                  <a:pt x="809244" y="257009"/>
                </a:lnTo>
                <a:lnTo>
                  <a:pt x="798195" y="259295"/>
                </a:lnTo>
                <a:lnTo>
                  <a:pt x="789178" y="265264"/>
                </a:lnTo>
                <a:lnTo>
                  <a:pt x="783209" y="274281"/>
                </a:lnTo>
                <a:lnTo>
                  <a:pt x="780923" y="285330"/>
                </a:lnTo>
                <a:lnTo>
                  <a:pt x="783209" y="296367"/>
                </a:lnTo>
                <a:lnTo>
                  <a:pt x="789178" y="305384"/>
                </a:lnTo>
                <a:lnTo>
                  <a:pt x="798195" y="311480"/>
                </a:lnTo>
                <a:lnTo>
                  <a:pt x="809244" y="313766"/>
                </a:lnTo>
                <a:lnTo>
                  <a:pt x="820420" y="311480"/>
                </a:lnTo>
                <a:lnTo>
                  <a:pt x="829437" y="305384"/>
                </a:lnTo>
                <a:lnTo>
                  <a:pt x="835406" y="296367"/>
                </a:lnTo>
                <a:lnTo>
                  <a:pt x="837692" y="285330"/>
                </a:lnTo>
                <a:close/>
              </a:path>
              <a:path w="1885315" h="1875154">
                <a:moveTo>
                  <a:pt x="837692" y="23622"/>
                </a:moveTo>
                <a:lnTo>
                  <a:pt x="835406" y="14478"/>
                </a:lnTo>
                <a:lnTo>
                  <a:pt x="829437" y="6858"/>
                </a:lnTo>
                <a:lnTo>
                  <a:pt x="820420" y="1905"/>
                </a:lnTo>
                <a:lnTo>
                  <a:pt x="809244" y="0"/>
                </a:lnTo>
                <a:lnTo>
                  <a:pt x="798195" y="1905"/>
                </a:lnTo>
                <a:lnTo>
                  <a:pt x="789178" y="6858"/>
                </a:lnTo>
                <a:lnTo>
                  <a:pt x="783209" y="14478"/>
                </a:lnTo>
                <a:lnTo>
                  <a:pt x="780923" y="23622"/>
                </a:lnTo>
                <a:lnTo>
                  <a:pt x="783209" y="32893"/>
                </a:lnTo>
                <a:lnTo>
                  <a:pt x="789178" y="40386"/>
                </a:lnTo>
                <a:lnTo>
                  <a:pt x="798195" y="45466"/>
                </a:lnTo>
                <a:lnTo>
                  <a:pt x="809244" y="47244"/>
                </a:lnTo>
                <a:lnTo>
                  <a:pt x="820420" y="45466"/>
                </a:lnTo>
                <a:lnTo>
                  <a:pt x="829437" y="40386"/>
                </a:lnTo>
                <a:lnTo>
                  <a:pt x="835406" y="32893"/>
                </a:lnTo>
                <a:lnTo>
                  <a:pt x="837692" y="23622"/>
                </a:lnTo>
                <a:close/>
              </a:path>
              <a:path w="1885315" h="1875154">
                <a:moveTo>
                  <a:pt x="1094828" y="1851329"/>
                </a:moveTo>
                <a:lnTo>
                  <a:pt x="1093050" y="1842135"/>
                </a:lnTo>
                <a:lnTo>
                  <a:pt x="1087970" y="1834616"/>
                </a:lnTo>
                <a:lnTo>
                  <a:pt x="1080477" y="1829549"/>
                </a:lnTo>
                <a:lnTo>
                  <a:pt x="1071206" y="1827695"/>
                </a:lnTo>
                <a:lnTo>
                  <a:pt x="1062062" y="1829549"/>
                </a:lnTo>
                <a:lnTo>
                  <a:pt x="1054569" y="1834616"/>
                </a:lnTo>
                <a:lnTo>
                  <a:pt x="1049489" y="1842135"/>
                </a:lnTo>
                <a:lnTo>
                  <a:pt x="1047584" y="1851329"/>
                </a:lnTo>
                <a:lnTo>
                  <a:pt x="1049489" y="1860537"/>
                </a:lnTo>
                <a:lnTo>
                  <a:pt x="1054569" y="1868055"/>
                </a:lnTo>
                <a:lnTo>
                  <a:pt x="1062062" y="1873123"/>
                </a:lnTo>
                <a:lnTo>
                  <a:pt x="1071206" y="1874977"/>
                </a:lnTo>
                <a:lnTo>
                  <a:pt x="1080477" y="1873123"/>
                </a:lnTo>
                <a:lnTo>
                  <a:pt x="1087970" y="1868055"/>
                </a:lnTo>
                <a:lnTo>
                  <a:pt x="1093050" y="1860537"/>
                </a:lnTo>
                <a:lnTo>
                  <a:pt x="1094828" y="1851329"/>
                </a:lnTo>
                <a:close/>
              </a:path>
              <a:path w="1885315" h="1875154">
                <a:moveTo>
                  <a:pt x="1094828" y="1589519"/>
                </a:moveTo>
                <a:lnTo>
                  <a:pt x="1093050" y="1578470"/>
                </a:lnTo>
                <a:lnTo>
                  <a:pt x="1087970" y="1569466"/>
                </a:lnTo>
                <a:lnTo>
                  <a:pt x="1080477" y="1563382"/>
                </a:lnTo>
                <a:lnTo>
                  <a:pt x="1071206" y="1561160"/>
                </a:lnTo>
                <a:lnTo>
                  <a:pt x="1062062" y="1563382"/>
                </a:lnTo>
                <a:lnTo>
                  <a:pt x="1054569" y="1569466"/>
                </a:lnTo>
                <a:lnTo>
                  <a:pt x="1049489" y="1578470"/>
                </a:lnTo>
                <a:lnTo>
                  <a:pt x="1047584" y="1589519"/>
                </a:lnTo>
                <a:lnTo>
                  <a:pt x="1049489" y="1600568"/>
                </a:lnTo>
                <a:lnTo>
                  <a:pt x="1054569" y="1609585"/>
                </a:lnTo>
                <a:lnTo>
                  <a:pt x="1062062" y="1615655"/>
                </a:lnTo>
                <a:lnTo>
                  <a:pt x="1071206" y="1617891"/>
                </a:lnTo>
                <a:lnTo>
                  <a:pt x="1080477" y="1615655"/>
                </a:lnTo>
                <a:lnTo>
                  <a:pt x="1087970" y="1609585"/>
                </a:lnTo>
                <a:lnTo>
                  <a:pt x="1093050" y="1600568"/>
                </a:lnTo>
                <a:lnTo>
                  <a:pt x="1094828" y="1589519"/>
                </a:lnTo>
                <a:close/>
              </a:path>
              <a:path w="1885315" h="1875154">
                <a:moveTo>
                  <a:pt x="1094828" y="1332509"/>
                </a:moveTo>
                <a:lnTo>
                  <a:pt x="1093050" y="1321460"/>
                </a:lnTo>
                <a:lnTo>
                  <a:pt x="1087970" y="1312443"/>
                </a:lnTo>
                <a:lnTo>
                  <a:pt x="1080477" y="1306360"/>
                </a:lnTo>
                <a:lnTo>
                  <a:pt x="1071206" y="1304137"/>
                </a:lnTo>
                <a:lnTo>
                  <a:pt x="1062062" y="1306360"/>
                </a:lnTo>
                <a:lnTo>
                  <a:pt x="1054569" y="1312443"/>
                </a:lnTo>
                <a:lnTo>
                  <a:pt x="1049489" y="1321460"/>
                </a:lnTo>
                <a:lnTo>
                  <a:pt x="1047584" y="1332509"/>
                </a:lnTo>
                <a:lnTo>
                  <a:pt x="1049489" y="1343533"/>
                </a:lnTo>
                <a:lnTo>
                  <a:pt x="1054569" y="1352562"/>
                </a:lnTo>
                <a:lnTo>
                  <a:pt x="1062062" y="1358633"/>
                </a:lnTo>
                <a:lnTo>
                  <a:pt x="1071206" y="1360868"/>
                </a:lnTo>
                <a:lnTo>
                  <a:pt x="1080477" y="1358633"/>
                </a:lnTo>
                <a:lnTo>
                  <a:pt x="1087970" y="1352562"/>
                </a:lnTo>
                <a:lnTo>
                  <a:pt x="1093050" y="1343533"/>
                </a:lnTo>
                <a:lnTo>
                  <a:pt x="1094828" y="1332509"/>
                </a:lnTo>
                <a:close/>
              </a:path>
              <a:path w="1885315" h="1875154">
                <a:moveTo>
                  <a:pt x="1094828" y="1070749"/>
                </a:moveTo>
                <a:lnTo>
                  <a:pt x="1093050" y="1061554"/>
                </a:lnTo>
                <a:lnTo>
                  <a:pt x="1087970" y="1054036"/>
                </a:lnTo>
                <a:lnTo>
                  <a:pt x="1080477" y="1048969"/>
                </a:lnTo>
                <a:lnTo>
                  <a:pt x="1071206" y="1047115"/>
                </a:lnTo>
                <a:lnTo>
                  <a:pt x="1062062" y="1048969"/>
                </a:lnTo>
                <a:lnTo>
                  <a:pt x="1054569" y="1054036"/>
                </a:lnTo>
                <a:lnTo>
                  <a:pt x="1049489" y="1061554"/>
                </a:lnTo>
                <a:lnTo>
                  <a:pt x="1047584" y="1070749"/>
                </a:lnTo>
                <a:lnTo>
                  <a:pt x="1049489" y="1079957"/>
                </a:lnTo>
                <a:lnTo>
                  <a:pt x="1054569" y="1087475"/>
                </a:lnTo>
                <a:lnTo>
                  <a:pt x="1062062" y="1092542"/>
                </a:lnTo>
                <a:lnTo>
                  <a:pt x="1071206" y="1094384"/>
                </a:lnTo>
                <a:lnTo>
                  <a:pt x="1080477" y="1092542"/>
                </a:lnTo>
                <a:lnTo>
                  <a:pt x="1087970" y="1087475"/>
                </a:lnTo>
                <a:lnTo>
                  <a:pt x="1093050" y="1079957"/>
                </a:lnTo>
                <a:lnTo>
                  <a:pt x="1094828" y="1070749"/>
                </a:lnTo>
                <a:close/>
              </a:path>
              <a:path w="1885315" h="1875154">
                <a:moveTo>
                  <a:pt x="1094828" y="808990"/>
                </a:moveTo>
                <a:lnTo>
                  <a:pt x="1093050" y="797941"/>
                </a:lnTo>
                <a:lnTo>
                  <a:pt x="1087970" y="788924"/>
                </a:lnTo>
                <a:lnTo>
                  <a:pt x="1080477" y="782828"/>
                </a:lnTo>
                <a:lnTo>
                  <a:pt x="1071206" y="780542"/>
                </a:lnTo>
                <a:lnTo>
                  <a:pt x="1062062" y="782828"/>
                </a:lnTo>
                <a:lnTo>
                  <a:pt x="1054569" y="788924"/>
                </a:lnTo>
                <a:lnTo>
                  <a:pt x="1049489" y="797941"/>
                </a:lnTo>
                <a:lnTo>
                  <a:pt x="1047584" y="808990"/>
                </a:lnTo>
                <a:lnTo>
                  <a:pt x="1049489" y="820039"/>
                </a:lnTo>
                <a:lnTo>
                  <a:pt x="1054569" y="829056"/>
                </a:lnTo>
                <a:lnTo>
                  <a:pt x="1062062" y="835025"/>
                </a:lnTo>
                <a:lnTo>
                  <a:pt x="1071206" y="837311"/>
                </a:lnTo>
                <a:lnTo>
                  <a:pt x="1080477" y="835025"/>
                </a:lnTo>
                <a:lnTo>
                  <a:pt x="1087970" y="829056"/>
                </a:lnTo>
                <a:lnTo>
                  <a:pt x="1093050" y="820039"/>
                </a:lnTo>
                <a:lnTo>
                  <a:pt x="1094828" y="808990"/>
                </a:lnTo>
                <a:close/>
              </a:path>
              <a:path w="1885315" h="1875154">
                <a:moveTo>
                  <a:pt x="1094828" y="547154"/>
                </a:moveTo>
                <a:lnTo>
                  <a:pt x="1093050" y="538010"/>
                </a:lnTo>
                <a:lnTo>
                  <a:pt x="1087970" y="530517"/>
                </a:lnTo>
                <a:lnTo>
                  <a:pt x="1080477" y="525449"/>
                </a:lnTo>
                <a:lnTo>
                  <a:pt x="1071206" y="523544"/>
                </a:lnTo>
                <a:lnTo>
                  <a:pt x="1062062" y="525449"/>
                </a:lnTo>
                <a:lnTo>
                  <a:pt x="1054569" y="530517"/>
                </a:lnTo>
                <a:lnTo>
                  <a:pt x="1049489" y="538010"/>
                </a:lnTo>
                <a:lnTo>
                  <a:pt x="1047584" y="547154"/>
                </a:lnTo>
                <a:lnTo>
                  <a:pt x="1049489" y="556425"/>
                </a:lnTo>
                <a:lnTo>
                  <a:pt x="1054569" y="563918"/>
                </a:lnTo>
                <a:lnTo>
                  <a:pt x="1062062" y="568998"/>
                </a:lnTo>
                <a:lnTo>
                  <a:pt x="1071206" y="570776"/>
                </a:lnTo>
                <a:lnTo>
                  <a:pt x="1080477" y="568998"/>
                </a:lnTo>
                <a:lnTo>
                  <a:pt x="1087970" y="563918"/>
                </a:lnTo>
                <a:lnTo>
                  <a:pt x="1093050" y="556425"/>
                </a:lnTo>
                <a:lnTo>
                  <a:pt x="1094828" y="547154"/>
                </a:lnTo>
                <a:close/>
              </a:path>
              <a:path w="1885315" h="1875154">
                <a:moveTo>
                  <a:pt x="1094828" y="285330"/>
                </a:moveTo>
                <a:lnTo>
                  <a:pt x="1093050" y="274281"/>
                </a:lnTo>
                <a:lnTo>
                  <a:pt x="1087970" y="265264"/>
                </a:lnTo>
                <a:lnTo>
                  <a:pt x="1080477" y="259295"/>
                </a:lnTo>
                <a:lnTo>
                  <a:pt x="1071206" y="257009"/>
                </a:lnTo>
                <a:lnTo>
                  <a:pt x="1062062" y="259295"/>
                </a:lnTo>
                <a:lnTo>
                  <a:pt x="1054569" y="265264"/>
                </a:lnTo>
                <a:lnTo>
                  <a:pt x="1049489" y="274281"/>
                </a:lnTo>
                <a:lnTo>
                  <a:pt x="1047584" y="285330"/>
                </a:lnTo>
                <a:lnTo>
                  <a:pt x="1049489" y="296367"/>
                </a:lnTo>
                <a:lnTo>
                  <a:pt x="1054569" y="305384"/>
                </a:lnTo>
                <a:lnTo>
                  <a:pt x="1062062" y="311480"/>
                </a:lnTo>
                <a:lnTo>
                  <a:pt x="1071206" y="313766"/>
                </a:lnTo>
                <a:lnTo>
                  <a:pt x="1080477" y="311480"/>
                </a:lnTo>
                <a:lnTo>
                  <a:pt x="1087970" y="305384"/>
                </a:lnTo>
                <a:lnTo>
                  <a:pt x="1093050" y="296367"/>
                </a:lnTo>
                <a:lnTo>
                  <a:pt x="1094828" y="285330"/>
                </a:lnTo>
                <a:close/>
              </a:path>
              <a:path w="1885315" h="1875154">
                <a:moveTo>
                  <a:pt x="1094828" y="23622"/>
                </a:moveTo>
                <a:lnTo>
                  <a:pt x="1093050" y="14478"/>
                </a:lnTo>
                <a:lnTo>
                  <a:pt x="1087970" y="6858"/>
                </a:lnTo>
                <a:lnTo>
                  <a:pt x="1080477" y="1905"/>
                </a:lnTo>
                <a:lnTo>
                  <a:pt x="1071206" y="0"/>
                </a:lnTo>
                <a:lnTo>
                  <a:pt x="1062062" y="1905"/>
                </a:lnTo>
                <a:lnTo>
                  <a:pt x="1054569" y="6858"/>
                </a:lnTo>
                <a:lnTo>
                  <a:pt x="1049489" y="14478"/>
                </a:lnTo>
                <a:lnTo>
                  <a:pt x="1047584" y="23622"/>
                </a:lnTo>
                <a:lnTo>
                  <a:pt x="1049489" y="32893"/>
                </a:lnTo>
                <a:lnTo>
                  <a:pt x="1054569" y="40386"/>
                </a:lnTo>
                <a:lnTo>
                  <a:pt x="1062062" y="45466"/>
                </a:lnTo>
                <a:lnTo>
                  <a:pt x="1071206" y="47244"/>
                </a:lnTo>
                <a:lnTo>
                  <a:pt x="1080477" y="45466"/>
                </a:lnTo>
                <a:lnTo>
                  <a:pt x="1087970" y="40386"/>
                </a:lnTo>
                <a:lnTo>
                  <a:pt x="1093050" y="32893"/>
                </a:lnTo>
                <a:lnTo>
                  <a:pt x="1094828" y="23622"/>
                </a:lnTo>
                <a:close/>
              </a:path>
              <a:path w="1885315" h="1875154">
                <a:moveTo>
                  <a:pt x="1361478" y="1851329"/>
                </a:moveTo>
                <a:lnTo>
                  <a:pt x="1359192" y="1842135"/>
                </a:lnTo>
                <a:lnTo>
                  <a:pt x="1353223" y="1834616"/>
                </a:lnTo>
                <a:lnTo>
                  <a:pt x="1344206" y="1829549"/>
                </a:lnTo>
                <a:lnTo>
                  <a:pt x="1333042" y="1827695"/>
                </a:lnTo>
                <a:lnTo>
                  <a:pt x="1321993" y="1829549"/>
                </a:lnTo>
                <a:lnTo>
                  <a:pt x="1312976" y="1834616"/>
                </a:lnTo>
                <a:lnTo>
                  <a:pt x="1307007" y="1842135"/>
                </a:lnTo>
                <a:lnTo>
                  <a:pt x="1304721" y="1851329"/>
                </a:lnTo>
                <a:lnTo>
                  <a:pt x="1307007" y="1860537"/>
                </a:lnTo>
                <a:lnTo>
                  <a:pt x="1312976" y="1868055"/>
                </a:lnTo>
                <a:lnTo>
                  <a:pt x="1321993" y="1873123"/>
                </a:lnTo>
                <a:lnTo>
                  <a:pt x="1333042" y="1874977"/>
                </a:lnTo>
                <a:lnTo>
                  <a:pt x="1344206" y="1873123"/>
                </a:lnTo>
                <a:lnTo>
                  <a:pt x="1353223" y="1868055"/>
                </a:lnTo>
                <a:lnTo>
                  <a:pt x="1359192" y="1860537"/>
                </a:lnTo>
                <a:lnTo>
                  <a:pt x="1361478" y="1851329"/>
                </a:lnTo>
                <a:close/>
              </a:path>
              <a:path w="1885315" h="1875154">
                <a:moveTo>
                  <a:pt x="1361478" y="1589519"/>
                </a:moveTo>
                <a:lnTo>
                  <a:pt x="1359192" y="1578470"/>
                </a:lnTo>
                <a:lnTo>
                  <a:pt x="1353223" y="1569466"/>
                </a:lnTo>
                <a:lnTo>
                  <a:pt x="1344206" y="1563382"/>
                </a:lnTo>
                <a:lnTo>
                  <a:pt x="1333042" y="1561160"/>
                </a:lnTo>
                <a:lnTo>
                  <a:pt x="1321993" y="1563382"/>
                </a:lnTo>
                <a:lnTo>
                  <a:pt x="1312976" y="1569466"/>
                </a:lnTo>
                <a:lnTo>
                  <a:pt x="1307007" y="1578470"/>
                </a:lnTo>
                <a:lnTo>
                  <a:pt x="1304721" y="1589519"/>
                </a:lnTo>
                <a:lnTo>
                  <a:pt x="1307007" y="1600568"/>
                </a:lnTo>
                <a:lnTo>
                  <a:pt x="1312976" y="1609585"/>
                </a:lnTo>
                <a:lnTo>
                  <a:pt x="1321993" y="1615655"/>
                </a:lnTo>
                <a:lnTo>
                  <a:pt x="1333042" y="1617891"/>
                </a:lnTo>
                <a:lnTo>
                  <a:pt x="1344206" y="1615655"/>
                </a:lnTo>
                <a:lnTo>
                  <a:pt x="1353223" y="1609585"/>
                </a:lnTo>
                <a:lnTo>
                  <a:pt x="1359192" y="1600568"/>
                </a:lnTo>
                <a:lnTo>
                  <a:pt x="1361478" y="1589519"/>
                </a:lnTo>
                <a:close/>
              </a:path>
              <a:path w="1885315" h="1875154">
                <a:moveTo>
                  <a:pt x="1361478" y="1332509"/>
                </a:moveTo>
                <a:lnTo>
                  <a:pt x="1359192" y="1321460"/>
                </a:lnTo>
                <a:lnTo>
                  <a:pt x="1353223" y="1312443"/>
                </a:lnTo>
                <a:lnTo>
                  <a:pt x="1344206" y="1306360"/>
                </a:lnTo>
                <a:lnTo>
                  <a:pt x="1333042" y="1304137"/>
                </a:lnTo>
                <a:lnTo>
                  <a:pt x="1321993" y="1306360"/>
                </a:lnTo>
                <a:lnTo>
                  <a:pt x="1312976" y="1312443"/>
                </a:lnTo>
                <a:lnTo>
                  <a:pt x="1307007" y="1321460"/>
                </a:lnTo>
                <a:lnTo>
                  <a:pt x="1304721" y="1332509"/>
                </a:lnTo>
                <a:lnTo>
                  <a:pt x="1307007" y="1343533"/>
                </a:lnTo>
                <a:lnTo>
                  <a:pt x="1312976" y="1352562"/>
                </a:lnTo>
                <a:lnTo>
                  <a:pt x="1321993" y="1358633"/>
                </a:lnTo>
                <a:lnTo>
                  <a:pt x="1333042" y="1360868"/>
                </a:lnTo>
                <a:lnTo>
                  <a:pt x="1344206" y="1358633"/>
                </a:lnTo>
                <a:lnTo>
                  <a:pt x="1353223" y="1352562"/>
                </a:lnTo>
                <a:lnTo>
                  <a:pt x="1359192" y="1343533"/>
                </a:lnTo>
                <a:lnTo>
                  <a:pt x="1361478" y="1332509"/>
                </a:lnTo>
                <a:close/>
              </a:path>
              <a:path w="1885315" h="1875154">
                <a:moveTo>
                  <a:pt x="1361478" y="1070749"/>
                </a:moveTo>
                <a:lnTo>
                  <a:pt x="1359192" y="1061554"/>
                </a:lnTo>
                <a:lnTo>
                  <a:pt x="1353223" y="1054036"/>
                </a:lnTo>
                <a:lnTo>
                  <a:pt x="1344206" y="1048969"/>
                </a:lnTo>
                <a:lnTo>
                  <a:pt x="1333042" y="1047115"/>
                </a:lnTo>
                <a:lnTo>
                  <a:pt x="1321993" y="1048969"/>
                </a:lnTo>
                <a:lnTo>
                  <a:pt x="1312976" y="1054036"/>
                </a:lnTo>
                <a:lnTo>
                  <a:pt x="1307007" y="1061554"/>
                </a:lnTo>
                <a:lnTo>
                  <a:pt x="1304721" y="1070749"/>
                </a:lnTo>
                <a:lnTo>
                  <a:pt x="1307007" y="1079957"/>
                </a:lnTo>
                <a:lnTo>
                  <a:pt x="1312976" y="1087475"/>
                </a:lnTo>
                <a:lnTo>
                  <a:pt x="1321993" y="1092542"/>
                </a:lnTo>
                <a:lnTo>
                  <a:pt x="1333042" y="1094384"/>
                </a:lnTo>
                <a:lnTo>
                  <a:pt x="1344206" y="1092542"/>
                </a:lnTo>
                <a:lnTo>
                  <a:pt x="1353223" y="1087475"/>
                </a:lnTo>
                <a:lnTo>
                  <a:pt x="1359192" y="1079957"/>
                </a:lnTo>
                <a:lnTo>
                  <a:pt x="1361478" y="1070749"/>
                </a:lnTo>
                <a:close/>
              </a:path>
              <a:path w="1885315" h="1875154">
                <a:moveTo>
                  <a:pt x="1361478" y="808990"/>
                </a:moveTo>
                <a:lnTo>
                  <a:pt x="1359192" y="797941"/>
                </a:lnTo>
                <a:lnTo>
                  <a:pt x="1353223" y="788924"/>
                </a:lnTo>
                <a:lnTo>
                  <a:pt x="1344206" y="782828"/>
                </a:lnTo>
                <a:lnTo>
                  <a:pt x="1333042" y="780542"/>
                </a:lnTo>
                <a:lnTo>
                  <a:pt x="1321993" y="782828"/>
                </a:lnTo>
                <a:lnTo>
                  <a:pt x="1312976" y="788924"/>
                </a:lnTo>
                <a:lnTo>
                  <a:pt x="1307007" y="797941"/>
                </a:lnTo>
                <a:lnTo>
                  <a:pt x="1304721" y="808990"/>
                </a:lnTo>
                <a:lnTo>
                  <a:pt x="1307007" y="820039"/>
                </a:lnTo>
                <a:lnTo>
                  <a:pt x="1312976" y="829056"/>
                </a:lnTo>
                <a:lnTo>
                  <a:pt x="1321993" y="835025"/>
                </a:lnTo>
                <a:lnTo>
                  <a:pt x="1333042" y="837311"/>
                </a:lnTo>
                <a:lnTo>
                  <a:pt x="1344206" y="835025"/>
                </a:lnTo>
                <a:lnTo>
                  <a:pt x="1353223" y="829056"/>
                </a:lnTo>
                <a:lnTo>
                  <a:pt x="1359192" y="820039"/>
                </a:lnTo>
                <a:lnTo>
                  <a:pt x="1361478" y="808990"/>
                </a:lnTo>
                <a:close/>
              </a:path>
              <a:path w="1885315" h="1875154">
                <a:moveTo>
                  <a:pt x="1361478" y="547154"/>
                </a:moveTo>
                <a:lnTo>
                  <a:pt x="1359192" y="538010"/>
                </a:lnTo>
                <a:lnTo>
                  <a:pt x="1353223" y="530517"/>
                </a:lnTo>
                <a:lnTo>
                  <a:pt x="1344206" y="525449"/>
                </a:lnTo>
                <a:lnTo>
                  <a:pt x="1333042" y="523544"/>
                </a:lnTo>
                <a:lnTo>
                  <a:pt x="1321993" y="525449"/>
                </a:lnTo>
                <a:lnTo>
                  <a:pt x="1312976" y="530517"/>
                </a:lnTo>
                <a:lnTo>
                  <a:pt x="1307007" y="538010"/>
                </a:lnTo>
                <a:lnTo>
                  <a:pt x="1304721" y="547154"/>
                </a:lnTo>
                <a:lnTo>
                  <a:pt x="1307007" y="556425"/>
                </a:lnTo>
                <a:lnTo>
                  <a:pt x="1312976" y="563918"/>
                </a:lnTo>
                <a:lnTo>
                  <a:pt x="1321993" y="568998"/>
                </a:lnTo>
                <a:lnTo>
                  <a:pt x="1333042" y="570776"/>
                </a:lnTo>
                <a:lnTo>
                  <a:pt x="1344206" y="568998"/>
                </a:lnTo>
                <a:lnTo>
                  <a:pt x="1353223" y="563918"/>
                </a:lnTo>
                <a:lnTo>
                  <a:pt x="1359192" y="556425"/>
                </a:lnTo>
                <a:lnTo>
                  <a:pt x="1361478" y="547154"/>
                </a:lnTo>
                <a:close/>
              </a:path>
              <a:path w="1885315" h="1875154">
                <a:moveTo>
                  <a:pt x="1361478" y="285330"/>
                </a:moveTo>
                <a:lnTo>
                  <a:pt x="1359192" y="274281"/>
                </a:lnTo>
                <a:lnTo>
                  <a:pt x="1353223" y="265264"/>
                </a:lnTo>
                <a:lnTo>
                  <a:pt x="1344206" y="259295"/>
                </a:lnTo>
                <a:lnTo>
                  <a:pt x="1333042" y="257009"/>
                </a:lnTo>
                <a:lnTo>
                  <a:pt x="1321993" y="259295"/>
                </a:lnTo>
                <a:lnTo>
                  <a:pt x="1312976" y="265264"/>
                </a:lnTo>
                <a:lnTo>
                  <a:pt x="1307007" y="274281"/>
                </a:lnTo>
                <a:lnTo>
                  <a:pt x="1304721" y="285330"/>
                </a:lnTo>
                <a:lnTo>
                  <a:pt x="1307007" y="296367"/>
                </a:lnTo>
                <a:lnTo>
                  <a:pt x="1312976" y="305384"/>
                </a:lnTo>
                <a:lnTo>
                  <a:pt x="1321993" y="311480"/>
                </a:lnTo>
                <a:lnTo>
                  <a:pt x="1333042" y="313766"/>
                </a:lnTo>
                <a:lnTo>
                  <a:pt x="1344206" y="311480"/>
                </a:lnTo>
                <a:lnTo>
                  <a:pt x="1353223" y="305384"/>
                </a:lnTo>
                <a:lnTo>
                  <a:pt x="1359192" y="296367"/>
                </a:lnTo>
                <a:lnTo>
                  <a:pt x="1361478" y="285330"/>
                </a:lnTo>
                <a:close/>
              </a:path>
              <a:path w="1885315" h="1875154">
                <a:moveTo>
                  <a:pt x="1361478" y="23622"/>
                </a:moveTo>
                <a:lnTo>
                  <a:pt x="1359192" y="14478"/>
                </a:lnTo>
                <a:lnTo>
                  <a:pt x="1353223" y="6858"/>
                </a:lnTo>
                <a:lnTo>
                  <a:pt x="1344206" y="1905"/>
                </a:lnTo>
                <a:lnTo>
                  <a:pt x="1333042" y="0"/>
                </a:lnTo>
                <a:lnTo>
                  <a:pt x="1321993" y="1905"/>
                </a:lnTo>
                <a:lnTo>
                  <a:pt x="1312976" y="6858"/>
                </a:lnTo>
                <a:lnTo>
                  <a:pt x="1307007" y="14478"/>
                </a:lnTo>
                <a:lnTo>
                  <a:pt x="1304721" y="23622"/>
                </a:lnTo>
                <a:lnTo>
                  <a:pt x="1307007" y="32893"/>
                </a:lnTo>
                <a:lnTo>
                  <a:pt x="1312976" y="40386"/>
                </a:lnTo>
                <a:lnTo>
                  <a:pt x="1321993" y="45466"/>
                </a:lnTo>
                <a:lnTo>
                  <a:pt x="1333042" y="47244"/>
                </a:lnTo>
                <a:lnTo>
                  <a:pt x="1344206" y="45466"/>
                </a:lnTo>
                <a:lnTo>
                  <a:pt x="1353223" y="40386"/>
                </a:lnTo>
                <a:lnTo>
                  <a:pt x="1359192" y="32893"/>
                </a:lnTo>
                <a:lnTo>
                  <a:pt x="1361478" y="23622"/>
                </a:lnTo>
                <a:close/>
              </a:path>
              <a:path w="1885315" h="1875154">
                <a:moveTo>
                  <a:pt x="1618742" y="1851329"/>
                </a:moveTo>
                <a:lnTo>
                  <a:pt x="1616837" y="1842135"/>
                </a:lnTo>
                <a:lnTo>
                  <a:pt x="1611757" y="1834616"/>
                </a:lnTo>
                <a:lnTo>
                  <a:pt x="1604264" y="1829549"/>
                </a:lnTo>
                <a:lnTo>
                  <a:pt x="1594993" y="1827695"/>
                </a:lnTo>
                <a:lnTo>
                  <a:pt x="1585849" y="1829549"/>
                </a:lnTo>
                <a:lnTo>
                  <a:pt x="1578368" y="1834616"/>
                </a:lnTo>
                <a:lnTo>
                  <a:pt x="1573288" y="1842135"/>
                </a:lnTo>
                <a:lnTo>
                  <a:pt x="1571383" y="1851329"/>
                </a:lnTo>
                <a:lnTo>
                  <a:pt x="1573288" y="1860537"/>
                </a:lnTo>
                <a:lnTo>
                  <a:pt x="1578368" y="1868055"/>
                </a:lnTo>
                <a:lnTo>
                  <a:pt x="1585849" y="1873123"/>
                </a:lnTo>
                <a:lnTo>
                  <a:pt x="1594993" y="1874977"/>
                </a:lnTo>
                <a:lnTo>
                  <a:pt x="1604264" y="1873123"/>
                </a:lnTo>
                <a:lnTo>
                  <a:pt x="1611757" y="1868055"/>
                </a:lnTo>
                <a:lnTo>
                  <a:pt x="1616837" y="1860537"/>
                </a:lnTo>
                <a:lnTo>
                  <a:pt x="1618742" y="1851329"/>
                </a:lnTo>
                <a:close/>
              </a:path>
              <a:path w="1885315" h="1875154">
                <a:moveTo>
                  <a:pt x="1618742" y="1589519"/>
                </a:moveTo>
                <a:lnTo>
                  <a:pt x="1616837" y="1578470"/>
                </a:lnTo>
                <a:lnTo>
                  <a:pt x="1611757" y="1569466"/>
                </a:lnTo>
                <a:lnTo>
                  <a:pt x="1604264" y="1563382"/>
                </a:lnTo>
                <a:lnTo>
                  <a:pt x="1594993" y="1561160"/>
                </a:lnTo>
                <a:lnTo>
                  <a:pt x="1585849" y="1563382"/>
                </a:lnTo>
                <a:lnTo>
                  <a:pt x="1578368" y="1569466"/>
                </a:lnTo>
                <a:lnTo>
                  <a:pt x="1573288" y="1578470"/>
                </a:lnTo>
                <a:lnTo>
                  <a:pt x="1571383" y="1589519"/>
                </a:lnTo>
                <a:lnTo>
                  <a:pt x="1573288" y="1600568"/>
                </a:lnTo>
                <a:lnTo>
                  <a:pt x="1578368" y="1609585"/>
                </a:lnTo>
                <a:lnTo>
                  <a:pt x="1585849" y="1615655"/>
                </a:lnTo>
                <a:lnTo>
                  <a:pt x="1594993" y="1617891"/>
                </a:lnTo>
                <a:lnTo>
                  <a:pt x="1604264" y="1615655"/>
                </a:lnTo>
                <a:lnTo>
                  <a:pt x="1611757" y="1609585"/>
                </a:lnTo>
                <a:lnTo>
                  <a:pt x="1616837" y="1600568"/>
                </a:lnTo>
                <a:lnTo>
                  <a:pt x="1618742" y="1589519"/>
                </a:lnTo>
                <a:close/>
              </a:path>
              <a:path w="1885315" h="1875154">
                <a:moveTo>
                  <a:pt x="1618742" y="1332509"/>
                </a:moveTo>
                <a:lnTo>
                  <a:pt x="1616837" y="1321460"/>
                </a:lnTo>
                <a:lnTo>
                  <a:pt x="1611757" y="1312443"/>
                </a:lnTo>
                <a:lnTo>
                  <a:pt x="1604264" y="1306360"/>
                </a:lnTo>
                <a:lnTo>
                  <a:pt x="1594993" y="1304137"/>
                </a:lnTo>
                <a:lnTo>
                  <a:pt x="1585849" y="1306360"/>
                </a:lnTo>
                <a:lnTo>
                  <a:pt x="1578368" y="1312443"/>
                </a:lnTo>
                <a:lnTo>
                  <a:pt x="1573288" y="1321460"/>
                </a:lnTo>
                <a:lnTo>
                  <a:pt x="1571383" y="1332509"/>
                </a:lnTo>
                <a:lnTo>
                  <a:pt x="1573288" y="1343533"/>
                </a:lnTo>
                <a:lnTo>
                  <a:pt x="1578368" y="1352562"/>
                </a:lnTo>
                <a:lnTo>
                  <a:pt x="1585849" y="1358633"/>
                </a:lnTo>
                <a:lnTo>
                  <a:pt x="1594993" y="1360868"/>
                </a:lnTo>
                <a:lnTo>
                  <a:pt x="1604264" y="1358633"/>
                </a:lnTo>
                <a:lnTo>
                  <a:pt x="1611757" y="1352562"/>
                </a:lnTo>
                <a:lnTo>
                  <a:pt x="1616837" y="1343533"/>
                </a:lnTo>
                <a:lnTo>
                  <a:pt x="1618742" y="1332509"/>
                </a:lnTo>
                <a:close/>
              </a:path>
              <a:path w="1885315" h="1875154">
                <a:moveTo>
                  <a:pt x="1618742" y="1070749"/>
                </a:moveTo>
                <a:lnTo>
                  <a:pt x="1616837" y="1061554"/>
                </a:lnTo>
                <a:lnTo>
                  <a:pt x="1611757" y="1054036"/>
                </a:lnTo>
                <a:lnTo>
                  <a:pt x="1604264" y="1048969"/>
                </a:lnTo>
                <a:lnTo>
                  <a:pt x="1594993" y="1047115"/>
                </a:lnTo>
                <a:lnTo>
                  <a:pt x="1585849" y="1048969"/>
                </a:lnTo>
                <a:lnTo>
                  <a:pt x="1578368" y="1054036"/>
                </a:lnTo>
                <a:lnTo>
                  <a:pt x="1573288" y="1061554"/>
                </a:lnTo>
                <a:lnTo>
                  <a:pt x="1571383" y="1070749"/>
                </a:lnTo>
                <a:lnTo>
                  <a:pt x="1573288" y="1079957"/>
                </a:lnTo>
                <a:lnTo>
                  <a:pt x="1578368" y="1087475"/>
                </a:lnTo>
                <a:lnTo>
                  <a:pt x="1585849" y="1092542"/>
                </a:lnTo>
                <a:lnTo>
                  <a:pt x="1594993" y="1094384"/>
                </a:lnTo>
                <a:lnTo>
                  <a:pt x="1604264" y="1092542"/>
                </a:lnTo>
                <a:lnTo>
                  <a:pt x="1611757" y="1087475"/>
                </a:lnTo>
                <a:lnTo>
                  <a:pt x="1616837" y="1079957"/>
                </a:lnTo>
                <a:lnTo>
                  <a:pt x="1618742" y="1070749"/>
                </a:lnTo>
                <a:close/>
              </a:path>
              <a:path w="1885315" h="1875154">
                <a:moveTo>
                  <a:pt x="1618742" y="808990"/>
                </a:moveTo>
                <a:lnTo>
                  <a:pt x="1616837" y="797941"/>
                </a:lnTo>
                <a:lnTo>
                  <a:pt x="1611757" y="788924"/>
                </a:lnTo>
                <a:lnTo>
                  <a:pt x="1604264" y="782828"/>
                </a:lnTo>
                <a:lnTo>
                  <a:pt x="1594993" y="780542"/>
                </a:lnTo>
                <a:lnTo>
                  <a:pt x="1585849" y="782828"/>
                </a:lnTo>
                <a:lnTo>
                  <a:pt x="1578368" y="788924"/>
                </a:lnTo>
                <a:lnTo>
                  <a:pt x="1573288" y="797941"/>
                </a:lnTo>
                <a:lnTo>
                  <a:pt x="1571383" y="808990"/>
                </a:lnTo>
                <a:lnTo>
                  <a:pt x="1573288" y="820039"/>
                </a:lnTo>
                <a:lnTo>
                  <a:pt x="1578368" y="829056"/>
                </a:lnTo>
                <a:lnTo>
                  <a:pt x="1585849" y="835025"/>
                </a:lnTo>
                <a:lnTo>
                  <a:pt x="1594993" y="837311"/>
                </a:lnTo>
                <a:lnTo>
                  <a:pt x="1604264" y="835025"/>
                </a:lnTo>
                <a:lnTo>
                  <a:pt x="1611757" y="829056"/>
                </a:lnTo>
                <a:lnTo>
                  <a:pt x="1616837" y="820039"/>
                </a:lnTo>
                <a:lnTo>
                  <a:pt x="1618742" y="808990"/>
                </a:lnTo>
                <a:close/>
              </a:path>
              <a:path w="1885315" h="1875154">
                <a:moveTo>
                  <a:pt x="1618742" y="547154"/>
                </a:moveTo>
                <a:lnTo>
                  <a:pt x="1616837" y="538010"/>
                </a:lnTo>
                <a:lnTo>
                  <a:pt x="1611757" y="530517"/>
                </a:lnTo>
                <a:lnTo>
                  <a:pt x="1604264" y="525449"/>
                </a:lnTo>
                <a:lnTo>
                  <a:pt x="1594993" y="523544"/>
                </a:lnTo>
                <a:lnTo>
                  <a:pt x="1585849" y="525449"/>
                </a:lnTo>
                <a:lnTo>
                  <a:pt x="1578368" y="530517"/>
                </a:lnTo>
                <a:lnTo>
                  <a:pt x="1573288" y="538010"/>
                </a:lnTo>
                <a:lnTo>
                  <a:pt x="1571383" y="547154"/>
                </a:lnTo>
                <a:lnTo>
                  <a:pt x="1573288" y="556425"/>
                </a:lnTo>
                <a:lnTo>
                  <a:pt x="1578368" y="563918"/>
                </a:lnTo>
                <a:lnTo>
                  <a:pt x="1585849" y="568998"/>
                </a:lnTo>
                <a:lnTo>
                  <a:pt x="1594993" y="570776"/>
                </a:lnTo>
                <a:lnTo>
                  <a:pt x="1604264" y="568998"/>
                </a:lnTo>
                <a:lnTo>
                  <a:pt x="1611757" y="563918"/>
                </a:lnTo>
                <a:lnTo>
                  <a:pt x="1616837" y="556425"/>
                </a:lnTo>
                <a:lnTo>
                  <a:pt x="1618742" y="547154"/>
                </a:lnTo>
                <a:close/>
              </a:path>
              <a:path w="1885315" h="1875154">
                <a:moveTo>
                  <a:pt x="1618742" y="285330"/>
                </a:moveTo>
                <a:lnTo>
                  <a:pt x="1616837" y="274281"/>
                </a:lnTo>
                <a:lnTo>
                  <a:pt x="1611757" y="265264"/>
                </a:lnTo>
                <a:lnTo>
                  <a:pt x="1604264" y="259295"/>
                </a:lnTo>
                <a:lnTo>
                  <a:pt x="1594993" y="257009"/>
                </a:lnTo>
                <a:lnTo>
                  <a:pt x="1585849" y="259295"/>
                </a:lnTo>
                <a:lnTo>
                  <a:pt x="1578368" y="265264"/>
                </a:lnTo>
                <a:lnTo>
                  <a:pt x="1573288" y="274281"/>
                </a:lnTo>
                <a:lnTo>
                  <a:pt x="1571383" y="285330"/>
                </a:lnTo>
                <a:lnTo>
                  <a:pt x="1573288" y="296367"/>
                </a:lnTo>
                <a:lnTo>
                  <a:pt x="1578368" y="305384"/>
                </a:lnTo>
                <a:lnTo>
                  <a:pt x="1585849" y="311480"/>
                </a:lnTo>
                <a:lnTo>
                  <a:pt x="1594993" y="313766"/>
                </a:lnTo>
                <a:lnTo>
                  <a:pt x="1604264" y="311480"/>
                </a:lnTo>
                <a:lnTo>
                  <a:pt x="1611757" y="305384"/>
                </a:lnTo>
                <a:lnTo>
                  <a:pt x="1616837" y="296367"/>
                </a:lnTo>
                <a:lnTo>
                  <a:pt x="1618742" y="285330"/>
                </a:lnTo>
                <a:close/>
              </a:path>
              <a:path w="1885315" h="1875154">
                <a:moveTo>
                  <a:pt x="1618742" y="23622"/>
                </a:moveTo>
                <a:lnTo>
                  <a:pt x="1616837" y="14478"/>
                </a:lnTo>
                <a:lnTo>
                  <a:pt x="1611757" y="6858"/>
                </a:lnTo>
                <a:lnTo>
                  <a:pt x="1604264" y="1905"/>
                </a:lnTo>
                <a:lnTo>
                  <a:pt x="1594993" y="0"/>
                </a:lnTo>
                <a:lnTo>
                  <a:pt x="1585849" y="1905"/>
                </a:lnTo>
                <a:lnTo>
                  <a:pt x="1578368" y="6858"/>
                </a:lnTo>
                <a:lnTo>
                  <a:pt x="1573288" y="14478"/>
                </a:lnTo>
                <a:lnTo>
                  <a:pt x="1571383" y="23622"/>
                </a:lnTo>
                <a:lnTo>
                  <a:pt x="1573288" y="32893"/>
                </a:lnTo>
                <a:lnTo>
                  <a:pt x="1578368" y="40386"/>
                </a:lnTo>
                <a:lnTo>
                  <a:pt x="1585849" y="45466"/>
                </a:lnTo>
                <a:lnTo>
                  <a:pt x="1594993" y="47244"/>
                </a:lnTo>
                <a:lnTo>
                  <a:pt x="1604264" y="45466"/>
                </a:lnTo>
                <a:lnTo>
                  <a:pt x="1611757" y="40386"/>
                </a:lnTo>
                <a:lnTo>
                  <a:pt x="1616837" y="32893"/>
                </a:lnTo>
                <a:lnTo>
                  <a:pt x="1618742" y="23622"/>
                </a:lnTo>
                <a:close/>
              </a:path>
              <a:path w="1885315" h="1875154">
                <a:moveTo>
                  <a:pt x="1885276" y="1851329"/>
                </a:moveTo>
                <a:lnTo>
                  <a:pt x="1882990" y="1842135"/>
                </a:lnTo>
                <a:lnTo>
                  <a:pt x="1877021" y="1834616"/>
                </a:lnTo>
                <a:lnTo>
                  <a:pt x="1868004" y="1829549"/>
                </a:lnTo>
                <a:lnTo>
                  <a:pt x="1856828" y="1827695"/>
                </a:lnTo>
                <a:lnTo>
                  <a:pt x="1845779" y="1829549"/>
                </a:lnTo>
                <a:lnTo>
                  <a:pt x="1836762" y="1834616"/>
                </a:lnTo>
                <a:lnTo>
                  <a:pt x="1830793" y="1842135"/>
                </a:lnTo>
                <a:lnTo>
                  <a:pt x="1828507" y="1851329"/>
                </a:lnTo>
                <a:lnTo>
                  <a:pt x="1830793" y="1860537"/>
                </a:lnTo>
                <a:lnTo>
                  <a:pt x="1836762" y="1868055"/>
                </a:lnTo>
                <a:lnTo>
                  <a:pt x="1845779" y="1873123"/>
                </a:lnTo>
                <a:lnTo>
                  <a:pt x="1856828" y="1874977"/>
                </a:lnTo>
                <a:lnTo>
                  <a:pt x="1868004" y="1873123"/>
                </a:lnTo>
                <a:lnTo>
                  <a:pt x="1877021" y="1868055"/>
                </a:lnTo>
                <a:lnTo>
                  <a:pt x="1882990" y="1860537"/>
                </a:lnTo>
                <a:lnTo>
                  <a:pt x="1885276" y="1851329"/>
                </a:lnTo>
                <a:close/>
              </a:path>
              <a:path w="1885315" h="1875154">
                <a:moveTo>
                  <a:pt x="1885276" y="1589519"/>
                </a:moveTo>
                <a:lnTo>
                  <a:pt x="1882990" y="1578470"/>
                </a:lnTo>
                <a:lnTo>
                  <a:pt x="1877021" y="1569466"/>
                </a:lnTo>
                <a:lnTo>
                  <a:pt x="1868004" y="1563382"/>
                </a:lnTo>
                <a:lnTo>
                  <a:pt x="1856828" y="1561160"/>
                </a:lnTo>
                <a:lnTo>
                  <a:pt x="1845779" y="1563382"/>
                </a:lnTo>
                <a:lnTo>
                  <a:pt x="1836762" y="1569466"/>
                </a:lnTo>
                <a:lnTo>
                  <a:pt x="1830793" y="1578470"/>
                </a:lnTo>
                <a:lnTo>
                  <a:pt x="1828507" y="1589519"/>
                </a:lnTo>
                <a:lnTo>
                  <a:pt x="1830793" y="1600568"/>
                </a:lnTo>
                <a:lnTo>
                  <a:pt x="1836762" y="1609585"/>
                </a:lnTo>
                <a:lnTo>
                  <a:pt x="1845779" y="1615655"/>
                </a:lnTo>
                <a:lnTo>
                  <a:pt x="1856828" y="1617891"/>
                </a:lnTo>
                <a:lnTo>
                  <a:pt x="1868004" y="1615655"/>
                </a:lnTo>
                <a:lnTo>
                  <a:pt x="1877021" y="1609585"/>
                </a:lnTo>
                <a:lnTo>
                  <a:pt x="1882990" y="1600568"/>
                </a:lnTo>
                <a:lnTo>
                  <a:pt x="1885276" y="1589519"/>
                </a:lnTo>
                <a:close/>
              </a:path>
              <a:path w="1885315" h="1875154">
                <a:moveTo>
                  <a:pt x="1885276" y="1332509"/>
                </a:moveTo>
                <a:lnTo>
                  <a:pt x="1882990" y="1321460"/>
                </a:lnTo>
                <a:lnTo>
                  <a:pt x="1877021" y="1312443"/>
                </a:lnTo>
                <a:lnTo>
                  <a:pt x="1868004" y="1306360"/>
                </a:lnTo>
                <a:lnTo>
                  <a:pt x="1856828" y="1304137"/>
                </a:lnTo>
                <a:lnTo>
                  <a:pt x="1845779" y="1306360"/>
                </a:lnTo>
                <a:lnTo>
                  <a:pt x="1836762" y="1312443"/>
                </a:lnTo>
                <a:lnTo>
                  <a:pt x="1830793" y="1321460"/>
                </a:lnTo>
                <a:lnTo>
                  <a:pt x="1828507" y="1332509"/>
                </a:lnTo>
                <a:lnTo>
                  <a:pt x="1830793" y="1343533"/>
                </a:lnTo>
                <a:lnTo>
                  <a:pt x="1836762" y="1352562"/>
                </a:lnTo>
                <a:lnTo>
                  <a:pt x="1845779" y="1358633"/>
                </a:lnTo>
                <a:lnTo>
                  <a:pt x="1856828" y="1360868"/>
                </a:lnTo>
                <a:lnTo>
                  <a:pt x="1868004" y="1358633"/>
                </a:lnTo>
                <a:lnTo>
                  <a:pt x="1877021" y="1352562"/>
                </a:lnTo>
                <a:lnTo>
                  <a:pt x="1882990" y="1343533"/>
                </a:lnTo>
                <a:lnTo>
                  <a:pt x="1885276" y="1332509"/>
                </a:lnTo>
                <a:close/>
              </a:path>
              <a:path w="1885315" h="1875154">
                <a:moveTo>
                  <a:pt x="1885276" y="1070749"/>
                </a:moveTo>
                <a:lnTo>
                  <a:pt x="1882990" y="1061554"/>
                </a:lnTo>
                <a:lnTo>
                  <a:pt x="1877021" y="1054036"/>
                </a:lnTo>
                <a:lnTo>
                  <a:pt x="1868004" y="1048969"/>
                </a:lnTo>
                <a:lnTo>
                  <a:pt x="1856828" y="1047115"/>
                </a:lnTo>
                <a:lnTo>
                  <a:pt x="1845779" y="1048969"/>
                </a:lnTo>
                <a:lnTo>
                  <a:pt x="1836762" y="1054036"/>
                </a:lnTo>
                <a:lnTo>
                  <a:pt x="1830793" y="1061554"/>
                </a:lnTo>
                <a:lnTo>
                  <a:pt x="1828507" y="1070749"/>
                </a:lnTo>
                <a:lnTo>
                  <a:pt x="1830793" y="1079957"/>
                </a:lnTo>
                <a:lnTo>
                  <a:pt x="1836762" y="1087475"/>
                </a:lnTo>
                <a:lnTo>
                  <a:pt x="1845779" y="1092542"/>
                </a:lnTo>
                <a:lnTo>
                  <a:pt x="1856828" y="1094384"/>
                </a:lnTo>
                <a:lnTo>
                  <a:pt x="1868004" y="1092542"/>
                </a:lnTo>
                <a:lnTo>
                  <a:pt x="1877021" y="1087475"/>
                </a:lnTo>
                <a:lnTo>
                  <a:pt x="1882990" y="1079957"/>
                </a:lnTo>
                <a:lnTo>
                  <a:pt x="1885276" y="1070749"/>
                </a:lnTo>
                <a:close/>
              </a:path>
              <a:path w="1885315" h="1875154">
                <a:moveTo>
                  <a:pt x="1885276" y="808990"/>
                </a:moveTo>
                <a:lnTo>
                  <a:pt x="1882990" y="797941"/>
                </a:lnTo>
                <a:lnTo>
                  <a:pt x="1877021" y="788924"/>
                </a:lnTo>
                <a:lnTo>
                  <a:pt x="1868004" y="782828"/>
                </a:lnTo>
                <a:lnTo>
                  <a:pt x="1856828" y="780542"/>
                </a:lnTo>
                <a:lnTo>
                  <a:pt x="1845779" y="782828"/>
                </a:lnTo>
                <a:lnTo>
                  <a:pt x="1836762" y="788924"/>
                </a:lnTo>
                <a:lnTo>
                  <a:pt x="1830793" y="797941"/>
                </a:lnTo>
                <a:lnTo>
                  <a:pt x="1828507" y="808990"/>
                </a:lnTo>
                <a:lnTo>
                  <a:pt x="1830793" y="820039"/>
                </a:lnTo>
                <a:lnTo>
                  <a:pt x="1836762" y="829056"/>
                </a:lnTo>
                <a:lnTo>
                  <a:pt x="1845779" y="835025"/>
                </a:lnTo>
                <a:lnTo>
                  <a:pt x="1856828" y="837311"/>
                </a:lnTo>
                <a:lnTo>
                  <a:pt x="1868004" y="835025"/>
                </a:lnTo>
                <a:lnTo>
                  <a:pt x="1877021" y="829056"/>
                </a:lnTo>
                <a:lnTo>
                  <a:pt x="1882990" y="820039"/>
                </a:lnTo>
                <a:lnTo>
                  <a:pt x="1885276" y="808990"/>
                </a:lnTo>
                <a:close/>
              </a:path>
              <a:path w="1885315" h="1875154">
                <a:moveTo>
                  <a:pt x="1885276" y="547154"/>
                </a:moveTo>
                <a:lnTo>
                  <a:pt x="1882990" y="538010"/>
                </a:lnTo>
                <a:lnTo>
                  <a:pt x="1877021" y="530517"/>
                </a:lnTo>
                <a:lnTo>
                  <a:pt x="1868004" y="525449"/>
                </a:lnTo>
                <a:lnTo>
                  <a:pt x="1856828" y="523544"/>
                </a:lnTo>
                <a:lnTo>
                  <a:pt x="1845779" y="525449"/>
                </a:lnTo>
                <a:lnTo>
                  <a:pt x="1836762" y="530517"/>
                </a:lnTo>
                <a:lnTo>
                  <a:pt x="1830793" y="538010"/>
                </a:lnTo>
                <a:lnTo>
                  <a:pt x="1828507" y="547154"/>
                </a:lnTo>
                <a:lnTo>
                  <a:pt x="1830793" y="556425"/>
                </a:lnTo>
                <a:lnTo>
                  <a:pt x="1836762" y="563918"/>
                </a:lnTo>
                <a:lnTo>
                  <a:pt x="1845779" y="568998"/>
                </a:lnTo>
                <a:lnTo>
                  <a:pt x="1856828" y="570776"/>
                </a:lnTo>
                <a:lnTo>
                  <a:pt x="1868004" y="568998"/>
                </a:lnTo>
                <a:lnTo>
                  <a:pt x="1877021" y="563918"/>
                </a:lnTo>
                <a:lnTo>
                  <a:pt x="1882990" y="556425"/>
                </a:lnTo>
                <a:lnTo>
                  <a:pt x="1885276" y="547154"/>
                </a:lnTo>
                <a:close/>
              </a:path>
              <a:path w="1885315" h="1875154">
                <a:moveTo>
                  <a:pt x="1885276" y="285330"/>
                </a:moveTo>
                <a:lnTo>
                  <a:pt x="1882990" y="274281"/>
                </a:lnTo>
                <a:lnTo>
                  <a:pt x="1877021" y="265264"/>
                </a:lnTo>
                <a:lnTo>
                  <a:pt x="1868004" y="259295"/>
                </a:lnTo>
                <a:lnTo>
                  <a:pt x="1856828" y="257009"/>
                </a:lnTo>
                <a:lnTo>
                  <a:pt x="1845779" y="259295"/>
                </a:lnTo>
                <a:lnTo>
                  <a:pt x="1836762" y="265264"/>
                </a:lnTo>
                <a:lnTo>
                  <a:pt x="1830793" y="274281"/>
                </a:lnTo>
                <a:lnTo>
                  <a:pt x="1828507" y="285330"/>
                </a:lnTo>
                <a:lnTo>
                  <a:pt x="1830793" y="296367"/>
                </a:lnTo>
                <a:lnTo>
                  <a:pt x="1836762" y="305384"/>
                </a:lnTo>
                <a:lnTo>
                  <a:pt x="1845779" y="311480"/>
                </a:lnTo>
                <a:lnTo>
                  <a:pt x="1856828" y="313766"/>
                </a:lnTo>
                <a:lnTo>
                  <a:pt x="1868004" y="311480"/>
                </a:lnTo>
                <a:lnTo>
                  <a:pt x="1877021" y="305384"/>
                </a:lnTo>
                <a:lnTo>
                  <a:pt x="1882990" y="296367"/>
                </a:lnTo>
                <a:lnTo>
                  <a:pt x="1885276" y="285330"/>
                </a:lnTo>
                <a:close/>
              </a:path>
              <a:path w="1885315" h="1875154">
                <a:moveTo>
                  <a:pt x="1885276" y="23622"/>
                </a:moveTo>
                <a:lnTo>
                  <a:pt x="1882990" y="14478"/>
                </a:lnTo>
                <a:lnTo>
                  <a:pt x="1877021" y="6858"/>
                </a:lnTo>
                <a:lnTo>
                  <a:pt x="1868004" y="1905"/>
                </a:lnTo>
                <a:lnTo>
                  <a:pt x="1856828" y="0"/>
                </a:lnTo>
                <a:lnTo>
                  <a:pt x="1845779" y="1905"/>
                </a:lnTo>
                <a:lnTo>
                  <a:pt x="1836762" y="6858"/>
                </a:lnTo>
                <a:lnTo>
                  <a:pt x="1830793" y="14478"/>
                </a:lnTo>
                <a:lnTo>
                  <a:pt x="1828507" y="23622"/>
                </a:lnTo>
                <a:lnTo>
                  <a:pt x="1830793" y="32893"/>
                </a:lnTo>
                <a:lnTo>
                  <a:pt x="1836762" y="40386"/>
                </a:lnTo>
                <a:lnTo>
                  <a:pt x="1845779" y="45466"/>
                </a:lnTo>
                <a:lnTo>
                  <a:pt x="1856828" y="47244"/>
                </a:lnTo>
                <a:lnTo>
                  <a:pt x="1868004" y="45466"/>
                </a:lnTo>
                <a:lnTo>
                  <a:pt x="1877021" y="40386"/>
                </a:lnTo>
                <a:lnTo>
                  <a:pt x="1882990" y="32893"/>
                </a:lnTo>
                <a:lnTo>
                  <a:pt x="1885276" y="23622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52512" y="1050282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-166" y="1619"/>
                </a:moveTo>
                <a:lnTo>
                  <a:pt x="-166" y="1467348"/>
                </a:lnTo>
              </a:path>
            </a:pathLst>
          </a:custGeom>
          <a:ln w="10470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47098"/>
            <a:ext cx="20107275" cy="152400"/>
          </a:xfrm>
          <a:custGeom>
            <a:avLst/>
            <a:gdLst/>
            <a:ahLst/>
            <a:cxnLst/>
            <a:rect l="l" t="t" r="r" b="b"/>
            <a:pathLst>
              <a:path w="20107275" h="152400">
                <a:moveTo>
                  <a:pt x="20104100" y="24"/>
                </a:moveTo>
                <a:lnTo>
                  <a:pt x="0" y="24"/>
                </a:lnTo>
                <a:lnTo>
                  <a:pt x="0" y="151930"/>
                </a:lnTo>
                <a:lnTo>
                  <a:pt x="20104100" y="151930"/>
                </a:lnTo>
                <a:lnTo>
                  <a:pt x="20104100" y="2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363825" y="1045443"/>
            <a:ext cx="3695700" cy="942340"/>
          </a:xfrm>
          <a:custGeom>
            <a:avLst/>
            <a:gdLst/>
            <a:ahLst/>
            <a:cxnLst/>
            <a:rect l="l" t="t" r="r" b="b"/>
            <a:pathLst>
              <a:path w="3695700" h="942339">
                <a:moveTo>
                  <a:pt x="3692436" y="1619"/>
                </a:moveTo>
                <a:lnTo>
                  <a:pt x="-2425" y="1619"/>
                </a:lnTo>
                <a:lnTo>
                  <a:pt x="-2425" y="943442"/>
                </a:lnTo>
                <a:lnTo>
                  <a:pt x="3692436" y="943442"/>
                </a:lnTo>
                <a:lnTo>
                  <a:pt x="3692436" y="1619"/>
                </a:lnTo>
                <a:close/>
              </a:path>
            </a:pathLst>
          </a:custGeom>
          <a:solidFill>
            <a:srgbClr val="E10F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361387" y="1170894"/>
            <a:ext cx="3695065" cy="694690"/>
          </a:xfrm>
          <a:custGeom>
            <a:avLst/>
            <a:gdLst/>
            <a:ahLst/>
            <a:cxnLst/>
            <a:rect l="l" t="t" r="r" b="b"/>
            <a:pathLst>
              <a:path w="3695065" h="694689">
                <a:moveTo>
                  <a:pt x="198462" y="655840"/>
                </a:moveTo>
                <a:lnTo>
                  <a:pt x="0" y="655840"/>
                </a:lnTo>
                <a:lnTo>
                  <a:pt x="0" y="680478"/>
                </a:lnTo>
                <a:lnTo>
                  <a:pt x="198462" y="680478"/>
                </a:lnTo>
                <a:lnTo>
                  <a:pt x="198462" y="655840"/>
                </a:lnTo>
                <a:close/>
              </a:path>
              <a:path w="3695065" h="694689">
                <a:moveTo>
                  <a:pt x="198462" y="498284"/>
                </a:moveTo>
                <a:lnTo>
                  <a:pt x="0" y="498284"/>
                </a:lnTo>
                <a:lnTo>
                  <a:pt x="0" y="522897"/>
                </a:lnTo>
                <a:lnTo>
                  <a:pt x="198462" y="522897"/>
                </a:lnTo>
                <a:lnTo>
                  <a:pt x="198462" y="498284"/>
                </a:lnTo>
                <a:close/>
              </a:path>
              <a:path w="3695065" h="694689">
                <a:moveTo>
                  <a:pt x="198462" y="334848"/>
                </a:moveTo>
                <a:lnTo>
                  <a:pt x="0" y="334848"/>
                </a:lnTo>
                <a:lnTo>
                  <a:pt x="0" y="359473"/>
                </a:lnTo>
                <a:lnTo>
                  <a:pt x="198462" y="359473"/>
                </a:lnTo>
                <a:lnTo>
                  <a:pt x="198462" y="334848"/>
                </a:lnTo>
                <a:close/>
              </a:path>
              <a:path w="3695065" h="694689">
                <a:moveTo>
                  <a:pt x="198462" y="173672"/>
                </a:moveTo>
                <a:lnTo>
                  <a:pt x="0" y="173672"/>
                </a:lnTo>
                <a:lnTo>
                  <a:pt x="0" y="198335"/>
                </a:lnTo>
                <a:lnTo>
                  <a:pt x="198462" y="198335"/>
                </a:lnTo>
                <a:lnTo>
                  <a:pt x="198462" y="173672"/>
                </a:lnTo>
                <a:close/>
              </a:path>
              <a:path w="3695065" h="694689">
                <a:moveTo>
                  <a:pt x="198462" y="16649"/>
                </a:moveTo>
                <a:lnTo>
                  <a:pt x="0" y="16649"/>
                </a:lnTo>
                <a:lnTo>
                  <a:pt x="0" y="41262"/>
                </a:lnTo>
                <a:lnTo>
                  <a:pt x="198462" y="41262"/>
                </a:lnTo>
                <a:lnTo>
                  <a:pt x="198462" y="16649"/>
                </a:lnTo>
                <a:close/>
              </a:path>
              <a:path w="3695065" h="694689">
                <a:moveTo>
                  <a:pt x="909053" y="160121"/>
                </a:moveTo>
                <a:lnTo>
                  <a:pt x="906132" y="118338"/>
                </a:lnTo>
                <a:lnTo>
                  <a:pt x="840994" y="34531"/>
                </a:lnTo>
                <a:lnTo>
                  <a:pt x="805180" y="18656"/>
                </a:lnTo>
                <a:lnTo>
                  <a:pt x="764552" y="7861"/>
                </a:lnTo>
                <a:lnTo>
                  <a:pt x="720750" y="1892"/>
                </a:lnTo>
                <a:lnTo>
                  <a:pt x="675030" y="0"/>
                </a:lnTo>
                <a:lnTo>
                  <a:pt x="627926" y="1638"/>
                </a:lnTo>
                <a:lnTo>
                  <a:pt x="581317" y="7226"/>
                </a:lnTo>
                <a:lnTo>
                  <a:pt x="535863" y="17132"/>
                </a:lnTo>
                <a:lnTo>
                  <a:pt x="492683" y="31991"/>
                </a:lnTo>
                <a:lnTo>
                  <a:pt x="452818" y="52311"/>
                </a:lnTo>
                <a:lnTo>
                  <a:pt x="417004" y="78981"/>
                </a:lnTo>
                <a:lnTo>
                  <a:pt x="386283" y="112242"/>
                </a:lnTo>
                <a:lnTo>
                  <a:pt x="361645" y="152755"/>
                </a:lnTo>
                <a:lnTo>
                  <a:pt x="344119" y="201256"/>
                </a:lnTo>
                <a:lnTo>
                  <a:pt x="339420" y="252933"/>
                </a:lnTo>
                <a:lnTo>
                  <a:pt x="348564" y="298526"/>
                </a:lnTo>
                <a:lnTo>
                  <a:pt x="372186" y="336105"/>
                </a:lnTo>
                <a:lnTo>
                  <a:pt x="410654" y="363791"/>
                </a:lnTo>
                <a:lnTo>
                  <a:pt x="460438" y="384238"/>
                </a:lnTo>
                <a:lnTo>
                  <a:pt x="509193" y="398970"/>
                </a:lnTo>
                <a:lnTo>
                  <a:pt x="595287" y="421182"/>
                </a:lnTo>
                <a:lnTo>
                  <a:pt x="628561" y="432993"/>
                </a:lnTo>
                <a:lnTo>
                  <a:pt x="652805" y="448360"/>
                </a:lnTo>
                <a:lnTo>
                  <a:pt x="665886" y="469442"/>
                </a:lnTo>
                <a:lnTo>
                  <a:pt x="665886" y="498640"/>
                </a:lnTo>
                <a:lnTo>
                  <a:pt x="650392" y="527723"/>
                </a:lnTo>
                <a:lnTo>
                  <a:pt x="622338" y="548424"/>
                </a:lnTo>
                <a:lnTo>
                  <a:pt x="588048" y="560997"/>
                </a:lnTo>
                <a:lnTo>
                  <a:pt x="553770" y="565048"/>
                </a:lnTo>
                <a:lnTo>
                  <a:pt x="509193" y="558711"/>
                </a:lnTo>
                <a:lnTo>
                  <a:pt x="477329" y="540169"/>
                </a:lnTo>
                <a:lnTo>
                  <a:pt x="460819" y="509816"/>
                </a:lnTo>
                <a:lnTo>
                  <a:pt x="461962" y="468172"/>
                </a:lnTo>
                <a:lnTo>
                  <a:pt x="275678" y="468172"/>
                </a:lnTo>
                <a:lnTo>
                  <a:pt x="269582" y="523532"/>
                </a:lnTo>
                <a:lnTo>
                  <a:pt x="274535" y="569747"/>
                </a:lnTo>
                <a:lnTo>
                  <a:pt x="289394" y="607212"/>
                </a:lnTo>
                <a:lnTo>
                  <a:pt x="344373" y="659650"/>
                </a:lnTo>
                <a:lnTo>
                  <a:pt x="382346" y="676033"/>
                </a:lnTo>
                <a:lnTo>
                  <a:pt x="425640" y="686828"/>
                </a:lnTo>
                <a:lnTo>
                  <a:pt x="473392" y="692797"/>
                </a:lnTo>
                <a:lnTo>
                  <a:pt x="524306" y="694575"/>
                </a:lnTo>
                <a:lnTo>
                  <a:pt x="575983" y="692035"/>
                </a:lnTo>
                <a:lnTo>
                  <a:pt x="626402" y="684542"/>
                </a:lnTo>
                <a:lnTo>
                  <a:pt x="674776" y="672096"/>
                </a:lnTo>
                <a:lnTo>
                  <a:pt x="719988" y="654443"/>
                </a:lnTo>
                <a:lnTo>
                  <a:pt x="761123" y="631596"/>
                </a:lnTo>
                <a:lnTo>
                  <a:pt x="797064" y="603529"/>
                </a:lnTo>
                <a:lnTo>
                  <a:pt x="826770" y="570255"/>
                </a:lnTo>
                <a:lnTo>
                  <a:pt x="849376" y="531660"/>
                </a:lnTo>
                <a:lnTo>
                  <a:pt x="863854" y="487464"/>
                </a:lnTo>
                <a:lnTo>
                  <a:pt x="869696" y="433501"/>
                </a:lnTo>
                <a:lnTo>
                  <a:pt x="862711" y="390461"/>
                </a:lnTo>
                <a:lnTo>
                  <a:pt x="786650" y="311861"/>
                </a:lnTo>
                <a:lnTo>
                  <a:pt x="749820" y="297383"/>
                </a:lnTo>
                <a:lnTo>
                  <a:pt x="710717" y="286334"/>
                </a:lnTo>
                <a:lnTo>
                  <a:pt x="634276" y="267792"/>
                </a:lnTo>
                <a:lnTo>
                  <a:pt x="598843" y="256997"/>
                </a:lnTo>
                <a:lnTo>
                  <a:pt x="566839" y="242519"/>
                </a:lnTo>
                <a:lnTo>
                  <a:pt x="545515" y="221195"/>
                </a:lnTo>
                <a:lnTo>
                  <a:pt x="541959" y="190207"/>
                </a:lnTo>
                <a:lnTo>
                  <a:pt x="553516" y="166585"/>
                </a:lnTo>
                <a:lnTo>
                  <a:pt x="575221" y="147294"/>
                </a:lnTo>
                <a:lnTo>
                  <a:pt x="603542" y="134086"/>
                </a:lnTo>
                <a:lnTo>
                  <a:pt x="635165" y="129260"/>
                </a:lnTo>
                <a:lnTo>
                  <a:pt x="657123" y="130657"/>
                </a:lnTo>
                <a:lnTo>
                  <a:pt x="702335" y="150469"/>
                </a:lnTo>
                <a:lnTo>
                  <a:pt x="716813" y="191350"/>
                </a:lnTo>
                <a:lnTo>
                  <a:pt x="714019" y="209638"/>
                </a:lnTo>
                <a:lnTo>
                  <a:pt x="900163" y="209638"/>
                </a:lnTo>
                <a:lnTo>
                  <a:pt x="909053" y="160121"/>
                </a:lnTo>
                <a:close/>
              </a:path>
              <a:path w="3695065" h="694689">
                <a:moveTo>
                  <a:pt x="1581797" y="13830"/>
                </a:moveTo>
                <a:lnTo>
                  <a:pt x="1069682" y="13830"/>
                </a:lnTo>
                <a:lnTo>
                  <a:pt x="926706" y="680478"/>
                </a:lnTo>
                <a:lnTo>
                  <a:pt x="1438948" y="680478"/>
                </a:lnTo>
                <a:lnTo>
                  <a:pt x="1466621" y="551218"/>
                </a:lnTo>
                <a:lnTo>
                  <a:pt x="1140790" y="551218"/>
                </a:lnTo>
                <a:lnTo>
                  <a:pt x="1171016" y="410006"/>
                </a:lnTo>
                <a:lnTo>
                  <a:pt x="1470812" y="410006"/>
                </a:lnTo>
                <a:lnTo>
                  <a:pt x="1498498" y="280746"/>
                </a:lnTo>
                <a:lnTo>
                  <a:pt x="1198575" y="280746"/>
                </a:lnTo>
                <a:lnTo>
                  <a:pt x="1228153" y="143103"/>
                </a:lnTo>
                <a:lnTo>
                  <a:pt x="1553984" y="143103"/>
                </a:lnTo>
                <a:lnTo>
                  <a:pt x="1581797" y="13830"/>
                </a:lnTo>
                <a:close/>
              </a:path>
              <a:path w="3695065" h="694689">
                <a:moveTo>
                  <a:pt x="2342527" y="13830"/>
                </a:moveTo>
                <a:lnTo>
                  <a:pt x="2175040" y="13830"/>
                </a:lnTo>
                <a:lnTo>
                  <a:pt x="2068766" y="508800"/>
                </a:lnTo>
                <a:lnTo>
                  <a:pt x="2066607" y="510578"/>
                </a:lnTo>
                <a:lnTo>
                  <a:pt x="1947748" y="13830"/>
                </a:lnTo>
                <a:lnTo>
                  <a:pt x="1687068" y="13830"/>
                </a:lnTo>
                <a:lnTo>
                  <a:pt x="1544078" y="680478"/>
                </a:lnTo>
                <a:lnTo>
                  <a:pt x="1711693" y="680478"/>
                </a:lnTo>
                <a:lnTo>
                  <a:pt x="1821154" y="169887"/>
                </a:lnTo>
                <a:lnTo>
                  <a:pt x="1823059" y="169887"/>
                </a:lnTo>
                <a:lnTo>
                  <a:pt x="1941779" y="680478"/>
                </a:lnTo>
                <a:lnTo>
                  <a:pt x="2199678" y="680478"/>
                </a:lnTo>
                <a:lnTo>
                  <a:pt x="2342527" y="13830"/>
                </a:lnTo>
                <a:close/>
              </a:path>
              <a:path w="3695065" h="694689">
                <a:moveTo>
                  <a:pt x="3026575" y="680478"/>
                </a:moveTo>
                <a:lnTo>
                  <a:pt x="3002699" y="550329"/>
                </a:lnTo>
                <a:lnTo>
                  <a:pt x="2978950" y="421055"/>
                </a:lnTo>
                <a:lnTo>
                  <a:pt x="2904159" y="13830"/>
                </a:lnTo>
                <a:lnTo>
                  <a:pt x="2781376" y="13830"/>
                </a:lnTo>
                <a:lnTo>
                  <a:pt x="2781376" y="421055"/>
                </a:lnTo>
                <a:lnTo>
                  <a:pt x="2601569" y="421055"/>
                </a:lnTo>
                <a:lnTo>
                  <a:pt x="2752293" y="143992"/>
                </a:lnTo>
                <a:lnTo>
                  <a:pt x="2755087" y="143992"/>
                </a:lnTo>
                <a:lnTo>
                  <a:pt x="2781376" y="421055"/>
                </a:lnTo>
                <a:lnTo>
                  <a:pt x="2781376" y="13830"/>
                </a:lnTo>
                <a:lnTo>
                  <a:pt x="2676868" y="13830"/>
                </a:lnTo>
                <a:lnTo>
                  <a:pt x="2268499" y="680478"/>
                </a:lnTo>
                <a:lnTo>
                  <a:pt x="2454783" y="680478"/>
                </a:lnTo>
                <a:lnTo>
                  <a:pt x="2526525" y="550329"/>
                </a:lnTo>
                <a:lnTo>
                  <a:pt x="2799410" y="550329"/>
                </a:lnTo>
                <a:lnTo>
                  <a:pt x="2816161" y="680478"/>
                </a:lnTo>
                <a:lnTo>
                  <a:pt x="3026575" y="680478"/>
                </a:lnTo>
                <a:close/>
              </a:path>
              <a:path w="3695065" h="694689">
                <a:moveTo>
                  <a:pt x="3426434" y="13830"/>
                </a:moveTo>
                <a:lnTo>
                  <a:pt x="3240278" y="13830"/>
                </a:lnTo>
                <a:lnTo>
                  <a:pt x="3097301" y="680478"/>
                </a:lnTo>
                <a:lnTo>
                  <a:pt x="3283585" y="680478"/>
                </a:lnTo>
                <a:lnTo>
                  <a:pt x="3426434" y="13830"/>
                </a:lnTo>
                <a:close/>
              </a:path>
              <a:path w="3695065" h="694689">
                <a:moveTo>
                  <a:pt x="3694861" y="655840"/>
                </a:moveTo>
                <a:lnTo>
                  <a:pt x="3496399" y="655840"/>
                </a:lnTo>
                <a:lnTo>
                  <a:pt x="3496399" y="680478"/>
                </a:lnTo>
                <a:lnTo>
                  <a:pt x="3694861" y="680478"/>
                </a:lnTo>
                <a:lnTo>
                  <a:pt x="3694861" y="655840"/>
                </a:lnTo>
                <a:close/>
              </a:path>
              <a:path w="3695065" h="694689">
                <a:moveTo>
                  <a:pt x="3694861" y="498284"/>
                </a:moveTo>
                <a:lnTo>
                  <a:pt x="3496399" y="498284"/>
                </a:lnTo>
                <a:lnTo>
                  <a:pt x="3496399" y="522897"/>
                </a:lnTo>
                <a:lnTo>
                  <a:pt x="3694861" y="522897"/>
                </a:lnTo>
                <a:lnTo>
                  <a:pt x="3694861" y="498284"/>
                </a:lnTo>
                <a:close/>
              </a:path>
              <a:path w="3695065" h="694689">
                <a:moveTo>
                  <a:pt x="3694861" y="334848"/>
                </a:moveTo>
                <a:lnTo>
                  <a:pt x="3496399" y="334848"/>
                </a:lnTo>
                <a:lnTo>
                  <a:pt x="3496399" y="359473"/>
                </a:lnTo>
                <a:lnTo>
                  <a:pt x="3694861" y="359473"/>
                </a:lnTo>
                <a:lnTo>
                  <a:pt x="3694861" y="334848"/>
                </a:lnTo>
                <a:close/>
              </a:path>
              <a:path w="3695065" h="694689">
                <a:moveTo>
                  <a:pt x="3694861" y="173672"/>
                </a:moveTo>
                <a:lnTo>
                  <a:pt x="3496399" y="173672"/>
                </a:lnTo>
                <a:lnTo>
                  <a:pt x="3496399" y="198335"/>
                </a:lnTo>
                <a:lnTo>
                  <a:pt x="3694861" y="198335"/>
                </a:lnTo>
                <a:lnTo>
                  <a:pt x="3694861" y="173672"/>
                </a:lnTo>
                <a:close/>
              </a:path>
              <a:path w="3695065" h="694689">
                <a:moveTo>
                  <a:pt x="3694861" y="16649"/>
                </a:moveTo>
                <a:lnTo>
                  <a:pt x="3496399" y="16649"/>
                </a:lnTo>
                <a:lnTo>
                  <a:pt x="3496399" y="41262"/>
                </a:lnTo>
                <a:lnTo>
                  <a:pt x="3694861" y="41262"/>
                </a:lnTo>
                <a:lnTo>
                  <a:pt x="3694861" y="16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205203"/>
            <a:ext cx="20107275" cy="2941955"/>
          </a:xfrm>
          <a:custGeom>
            <a:avLst/>
            <a:gdLst/>
            <a:ahLst/>
            <a:cxnLst/>
            <a:rect l="l" t="t" r="r" b="b"/>
            <a:pathLst>
              <a:path w="20107275" h="2941954">
                <a:moveTo>
                  <a:pt x="0" y="2941895"/>
                </a:moveTo>
                <a:lnTo>
                  <a:pt x="20107275" y="2941895"/>
                </a:lnTo>
                <a:lnTo>
                  <a:pt x="20107275" y="0"/>
                </a:lnTo>
                <a:lnTo>
                  <a:pt x="0" y="0"/>
                </a:lnTo>
                <a:lnTo>
                  <a:pt x="0" y="2941895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-1785"/>
            <a:ext cx="20107275" cy="8207375"/>
          </a:xfrm>
          <a:custGeom>
            <a:avLst/>
            <a:gdLst/>
            <a:ahLst/>
            <a:cxnLst/>
            <a:rect l="l" t="t" r="r" b="b"/>
            <a:pathLst>
              <a:path w="20107275" h="8207375">
                <a:moveTo>
                  <a:pt x="20104100" y="1785"/>
                </a:moveTo>
                <a:lnTo>
                  <a:pt x="0" y="1785"/>
                </a:lnTo>
                <a:lnTo>
                  <a:pt x="0" y="8207356"/>
                </a:lnTo>
                <a:lnTo>
                  <a:pt x="20104100" y="8207356"/>
                </a:lnTo>
                <a:lnTo>
                  <a:pt x="20104100" y="178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17341"/>
            <a:ext cx="11881243" cy="752975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5363825" y="1045444"/>
            <a:ext cx="3695700" cy="942340"/>
          </a:xfrm>
          <a:custGeom>
            <a:avLst/>
            <a:gdLst/>
            <a:ahLst/>
            <a:cxnLst/>
            <a:rect l="l" t="t" r="r" b="b"/>
            <a:pathLst>
              <a:path w="3695700" h="942339">
                <a:moveTo>
                  <a:pt x="3692436" y="1619"/>
                </a:moveTo>
                <a:lnTo>
                  <a:pt x="-2425" y="1619"/>
                </a:lnTo>
                <a:lnTo>
                  <a:pt x="-2425" y="943442"/>
                </a:lnTo>
                <a:lnTo>
                  <a:pt x="3692436" y="943442"/>
                </a:lnTo>
                <a:lnTo>
                  <a:pt x="3692436" y="1619"/>
                </a:lnTo>
                <a:close/>
              </a:path>
            </a:pathLst>
          </a:custGeom>
          <a:solidFill>
            <a:srgbClr val="E10F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361387" y="1170894"/>
            <a:ext cx="3695065" cy="694690"/>
          </a:xfrm>
          <a:custGeom>
            <a:avLst/>
            <a:gdLst/>
            <a:ahLst/>
            <a:cxnLst/>
            <a:rect l="l" t="t" r="r" b="b"/>
            <a:pathLst>
              <a:path w="3695065" h="694689">
                <a:moveTo>
                  <a:pt x="198462" y="655840"/>
                </a:moveTo>
                <a:lnTo>
                  <a:pt x="0" y="655840"/>
                </a:lnTo>
                <a:lnTo>
                  <a:pt x="0" y="680478"/>
                </a:lnTo>
                <a:lnTo>
                  <a:pt x="198462" y="680478"/>
                </a:lnTo>
                <a:lnTo>
                  <a:pt x="198462" y="655840"/>
                </a:lnTo>
                <a:close/>
              </a:path>
              <a:path w="3695065" h="694689">
                <a:moveTo>
                  <a:pt x="198462" y="498284"/>
                </a:moveTo>
                <a:lnTo>
                  <a:pt x="0" y="498284"/>
                </a:lnTo>
                <a:lnTo>
                  <a:pt x="0" y="522897"/>
                </a:lnTo>
                <a:lnTo>
                  <a:pt x="198462" y="522897"/>
                </a:lnTo>
                <a:lnTo>
                  <a:pt x="198462" y="498284"/>
                </a:lnTo>
                <a:close/>
              </a:path>
              <a:path w="3695065" h="694689">
                <a:moveTo>
                  <a:pt x="198462" y="334848"/>
                </a:moveTo>
                <a:lnTo>
                  <a:pt x="0" y="334848"/>
                </a:lnTo>
                <a:lnTo>
                  <a:pt x="0" y="359473"/>
                </a:lnTo>
                <a:lnTo>
                  <a:pt x="198462" y="359473"/>
                </a:lnTo>
                <a:lnTo>
                  <a:pt x="198462" y="334848"/>
                </a:lnTo>
                <a:close/>
              </a:path>
              <a:path w="3695065" h="694689">
                <a:moveTo>
                  <a:pt x="198462" y="173672"/>
                </a:moveTo>
                <a:lnTo>
                  <a:pt x="0" y="173672"/>
                </a:lnTo>
                <a:lnTo>
                  <a:pt x="0" y="198335"/>
                </a:lnTo>
                <a:lnTo>
                  <a:pt x="198462" y="198335"/>
                </a:lnTo>
                <a:lnTo>
                  <a:pt x="198462" y="173672"/>
                </a:lnTo>
                <a:close/>
              </a:path>
              <a:path w="3695065" h="694689">
                <a:moveTo>
                  <a:pt x="198462" y="16649"/>
                </a:moveTo>
                <a:lnTo>
                  <a:pt x="0" y="16649"/>
                </a:lnTo>
                <a:lnTo>
                  <a:pt x="0" y="41262"/>
                </a:lnTo>
                <a:lnTo>
                  <a:pt x="198462" y="41262"/>
                </a:lnTo>
                <a:lnTo>
                  <a:pt x="198462" y="16649"/>
                </a:lnTo>
                <a:close/>
              </a:path>
              <a:path w="3695065" h="694689">
                <a:moveTo>
                  <a:pt x="909053" y="160121"/>
                </a:moveTo>
                <a:lnTo>
                  <a:pt x="906132" y="118338"/>
                </a:lnTo>
                <a:lnTo>
                  <a:pt x="840994" y="34531"/>
                </a:lnTo>
                <a:lnTo>
                  <a:pt x="805180" y="18656"/>
                </a:lnTo>
                <a:lnTo>
                  <a:pt x="764552" y="7861"/>
                </a:lnTo>
                <a:lnTo>
                  <a:pt x="720750" y="1892"/>
                </a:lnTo>
                <a:lnTo>
                  <a:pt x="675030" y="0"/>
                </a:lnTo>
                <a:lnTo>
                  <a:pt x="627926" y="1638"/>
                </a:lnTo>
                <a:lnTo>
                  <a:pt x="581317" y="7226"/>
                </a:lnTo>
                <a:lnTo>
                  <a:pt x="535863" y="17132"/>
                </a:lnTo>
                <a:lnTo>
                  <a:pt x="492683" y="31991"/>
                </a:lnTo>
                <a:lnTo>
                  <a:pt x="452818" y="52311"/>
                </a:lnTo>
                <a:lnTo>
                  <a:pt x="417004" y="78981"/>
                </a:lnTo>
                <a:lnTo>
                  <a:pt x="386283" y="112242"/>
                </a:lnTo>
                <a:lnTo>
                  <a:pt x="361645" y="152755"/>
                </a:lnTo>
                <a:lnTo>
                  <a:pt x="344119" y="201256"/>
                </a:lnTo>
                <a:lnTo>
                  <a:pt x="339420" y="252933"/>
                </a:lnTo>
                <a:lnTo>
                  <a:pt x="348564" y="298526"/>
                </a:lnTo>
                <a:lnTo>
                  <a:pt x="372186" y="336105"/>
                </a:lnTo>
                <a:lnTo>
                  <a:pt x="410654" y="363791"/>
                </a:lnTo>
                <a:lnTo>
                  <a:pt x="460438" y="384238"/>
                </a:lnTo>
                <a:lnTo>
                  <a:pt x="509193" y="398970"/>
                </a:lnTo>
                <a:lnTo>
                  <a:pt x="595287" y="421182"/>
                </a:lnTo>
                <a:lnTo>
                  <a:pt x="628561" y="432993"/>
                </a:lnTo>
                <a:lnTo>
                  <a:pt x="652805" y="448360"/>
                </a:lnTo>
                <a:lnTo>
                  <a:pt x="665886" y="469442"/>
                </a:lnTo>
                <a:lnTo>
                  <a:pt x="665886" y="498640"/>
                </a:lnTo>
                <a:lnTo>
                  <a:pt x="650392" y="527723"/>
                </a:lnTo>
                <a:lnTo>
                  <a:pt x="622338" y="548424"/>
                </a:lnTo>
                <a:lnTo>
                  <a:pt x="588048" y="560997"/>
                </a:lnTo>
                <a:lnTo>
                  <a:pt x="553770" y="565048"/>
                </a:lnTo>
                <a:lnTo>
                  <a:pt x="509193" y="558711"/>
                </a:lnTo>
                <a:lnTo>
                  <a:pt x="477329" y="540169"/>
                </a:lnTo>
                <a:lnTo>
                  <a:pt x="460819" y="509816"/>
                </a:lnTo>
                <a:lnTo>
                  <a:pt x="461962" y="468172"/>
                </a:lnTo>
                <a:lnTo>
                  <a:pt x="275678" y="468172"/>
                </a:lnTo>
                <a:lnTo>
                  <a:pt x="269582" y="523532"/>
                </a:lnTo>
                <a:lnTo>
                  <a:pt x="274535" y="569747"/>
                </a:lnTo>
                <a:lnTo>
                  <a:pt x="289394" y="607212"/>
                </a:lnTo>
                <a:lnTo>
                  <a:pt x="344373" y="659650"/>
                </a:lnTo>
                <a:lnTo>
                  <a:pt x="382346" y="676033"/>
                </a:lnTo>
                <a:lnTo>
                  <a:pt x="425640" y="686828"/>
                </a:lnTo>
                <a:lnTo>
                  <a:pt x="473392" y="692797"/>
                </a:lnTo>
                <a:lnTo>
                  <a:pt x="524306" y="694575"/>
                </a:lnTo>
                <a:lnTo>
                  <a:pt x="575983" y="692035"/>
                </a:lnTo>
                <a:lnTo>
                  <a:pt x="626402" y="684542"/>
                </a:lnTo>
                <a:lnTo>
                  <a:pt x="674776" y="672096"/>
                </a:lnTo>
                <a:lnTo>
                  <a:pt x="719988" y="654443"/>
                </a:lnTo>
                <a:lnTo>
                  <a:pt x="761123" y="631596"/>
                </a:lnTo>
                <a:lnTo>
                  <a:pt x="797064" y="603529"/>
                </a:lnTo>
                <a:lnTo>
                  <a:pt x="826770" y="570255"/>
                </a:lnTo>
                <a:lnTo>
                  <a:pt x="849376" y="531660"/>
                </a:lnTo>
                <a:lnTo>
                  <a:pt x="863854" y="487464"/>
                </a:lnTo>
                <a:lnTo>
                  <a:pt x="869696" y="433501"/>
                </a:lnTo>
                <a:lnTo>
                  <a:pt x="862711" y="390461"/>
                </a:lnTo>
                <a:lnTo>
                  <a:pt x="786650" y="311861"/>
                </a:lnTo>
                <a:lnTo>
                  <a:pt x="749820" y="297383"/>
                </a:lnTo>
                <a:lnTo>
                  <a:pt x="710717" y="286334"/>
                </a:lnTo>
                <a:lnTo>
                  <a:pt x="634276" y="267792"/>
                </a:lnTo>
                <a:lnTo>
                  <a:pt x="598843" y="256997"/>
                </a:lnTo>
                <a:lnTo>
                  <a:pt x="566839" y="242519"/>
                </a:lnTo>
                <a:lnTo>
                  <a:pt x="545515" y="221195"/>
                </a:lnTo>
                <a:lnTo>
                  <a:pt x="541959" y="190207"/>
                </a:lnTo>
                <a:lnTo>
                  <a:pt x="553516" y="166585"/>
                </a:lnTo>
                <a:lnTo>
                  <a:pt x="575221" y="147294"/>
                </a:lnTo>
                <a:lnTo>
                  <a:pt x="603542" y="134086"/>
                </a:lnTo>
                <a:lnTo>
                  <a:pt x="635165" y="129260"/>
                </a:lnTo>
                <a:lnTo>
                  <a:pt x="657123" y="130657"/>
                </a:lnTo>
                <a:lnTo>
                  <a:pt x="702335" y="150469"/>
                </a:lnTo>
                <a:lnTo>
                  <a:pt x="716813" y="191350"/>
                </a:lnTo>
                <a:lnTo>
                  <a:pt x="714019" y="209638"/>
                </a:lnTo>
                <a:lnTo>
                  <a:pt x="900163" y="209638"/>
                </a:lnTo>
                <a:lnTo>
                  <a:pt x="909053" y="160121"/>
                </a:lnTo>
                <a:close/>
              </a:path>
              <a:path w="3695065" h="694689">
                <a:moveTo>
                  <a:pt x="1581797" y="13830"/>
                </a:moveTo>
                <a:lnTo>
                  <a:pt x="1069682" y="13830"/>
                </a:lnTo>
                <a:lnTo>
                  <a:pt x="926706" y="680478"/>
                </a:lnTo>
                <a:lnTo>
                  <a:pt x="1438948" y="680478"/>
                </a:lnTo>
                <a:lnTo>
                  <a:pt x="1466621" y="551218"/>
                </a:lnTo>
                <a:lnTo>
                  <a:pt x="1140790" y="551218"/>
                </a:lnTo>
                <a:lnTo>
                  <a:pt x="1171016" y="410006"/>
                </a:lnTo>
                <a:lnTo>
                  <a:pt x="1470812" y="410006"/>
                </a:lnTo>
                <a:lnTo>
                  <a:pt x="1498498" y="280746"/>
                </a:lnTo>
                <a:lnTo>
                  <a:pt x="1198575" y="280746"/>
                </a:lnTo>
                <a:lnTo>
                  <a:pt x="1228153" y="143103"/>
                </a:lnTo>
                <a:lnTo>
                  <a:pt x="1553984" y="143103"/>
                </a:lnTo>
                <a:lnTo>
                  <a:pt x="1581797" y="13830"/>
                </a:lnTo>
                <a:close/>
              </a:path>
              <a:path w="3695065" h="694689">
                <a:moveTo>
                  <a:pt x="2342527" y="13830"/>
                </a:moveTo>
                <a:lnTo>
                  <a:pt x="2175040" y="13830"/>
                </a:lnTo>
                <a:lnTo>
                  <a:pt x="2068766" y="508800"/>
                </a:lnTo>
                <a:lnTo>
                  <a:pt x="2066607" y="510578"/>
                </a:lnTo>
                <a:lnTo>
                  <a:pt x="1947748" y="13830"/>
                </a:lnTo>
                <a:lnTo>
                  <a:pt x="1687068" y="13830"/>
                </a:lnTo>
                <a:lnTo>
                  <a:pt x="1544078" y="680478"/>
                </a:lnTo>
                <a:lnTo>
                  <a:pt x="1711693" y="680478"/>
                </a:lnTo>
                <a:lnTo>
                  <a:pt x="1821154" y="169887"/>
                </a:lnTo>
                <a:lnTo>
                  <a:pt x="1823059" y="169887"/>
                </a:lnTo>
                <a:lnTo>
                  <a:pt x="1941779" y="680478"/>
                </a:lnTo>
                <a:lnTo>
                  <a:pt x="2199678" y="680478"/>
                </a:lnTo>
                <a:lnTo>
                  <a:pt x="2342527" y="13830"/>
                </a:lnTo>
                <a:close/>
              </a:path>
              <a:path w="3695065" h="694689">
                <a:moveTo>
                  <a:pt x="3026575" y="680478"/>
                </a:moveTo>
                <a:lnTo>
                  <a:pt x="3002699" y="550329"/>
                </a:lnTo>
                <a:lnTo>
                  <a:pt x="2978950" y="421055"/>
                </a:lnTo>
                <a:lnTo>
                  <a:pt x="2904159" y="13830"/>
                </a:lnTo>
                <a:lnTo>
                  <a:pt x="2781376" y="13830"/>
                </a:lnTo>
                <a:lnTo>
                  <a:pt x="2781376" y="421055"/>
                </a:lnTo>
                <a:lnTo>
                  <a:pt x="2601569" y="421055"/>
                </a:lnTo>
                <a:lnTo>
                  <a:pt x="2752293" y="143992"/>
                </a:lnTo>
                <a:lnTo>
                  <a:pt x="2755087" y="143992"/>
                </a:lnTo>
                <a:lnTo>
                  <a:pt x="2781376" y="421055"/>
                </a:lnTo>
                <a:lnTo>
                  <a:pt x="2781376" y="13830"/>
                </a:lnTo>
                <a:lnTo>
                  <a:pt x="2676868" y="13830"/>
                </a:lnTo>
                <a:lnTo>
                  <a:pt x="2268499" y="680478"/>
                </a:lnTo>
                <a:lnTo>
                  <a:pt x="2454783" y="680478"/>
                </a:lnTo>
                <a:lnTo>
                  <a:pt x="2526525" y="550329"/>
                </a:lnTo>
                <a:lnTo>
                  <a:pt x="2799410" y="550329"/>
                </a:lnTo>
                <a:lnTo>
                  <a:pt x="2816161" y="680478"/>
                </a:lnTo>
                <a:lnTo>
                  <a:pt x="3026575" y="680478"/>
                </a:lnTo>
                <a:close/>
              </a:path>
              <a:path w="3695065" h="694689">
                <a:moveTo>
                  <a:pt x="3426434" y="13830"/>
                </a:moveTo>
                <a:lnTo>
                  <a:pt x="3240278" y="13830"/>
                </a:lnTo>
                <a:lnTo>
                  <a:pt x="3097301" y="680478"/>
                </a:lnTo>
                <a:lnTo>
                  <a:pt x="3283585" y="680478"/>
                </a:lnTo>
                <a:lnTo>
                  <a:pt x="3426434" y="13830"/>
                </a:lnTo>
                <a:close/>
              </a:path>
              <a:path w="3695065" h="694689">
                <a:moveTo>
                  <a:pt x="3694861" y="655840"/>
                </a:moveTo>
                <a:lnTo>
                  <a:pt x="3496399" y="655840"/>
                </a:lnTo>
                <a:lnTo>
                  <a:pt x="3496399" y="680478"/>
                </a:lnTo>
                <a:lnTo>
                  <a:pt x="3694861" y="680478"/>
                </a:lnTo>
                <a:lnTo>
                  <a:pt x="3694861" y="655840"/>
                </a:lnTo>
                <a:close/>
              </a:path>
              <a:path w="3695065" h="694689">
                <a:moveTo>
                  <a:pt x="3694861" y="498284"/>
                </a:moveTo>
                <a:lnTo>
                  <a:pt x="3496399" y="498284"/>
                </a:lnTo>
                <a:lnTo>
                  <a:pt x="3496399" y="522897"/>
                </a:lnTo>
                <a:lnTo>
                  <a:pt x="3694861" y="522897"/>
                </a:lnTo>
                <a:lnTo>
                  <a:pt x="3694861" y="498284"/>
                </a:lnTo>
                <a:close/>
              </a:path>
              <a:path w="3695065" h="694689">
                <a:moveTo>
                  <a:pt x="3694861" y="334848"/>
                </a:moveTo>
                <a:lnTo>
                  <a:pt x="3496399" y="334848"/>
                </a:lnTo>
                <a:lnTo>
                  <a:pt x="3496399" y="359473"/>
                </a:lnTo>
                <a:lnTo>
                  <a:pt x="3694861" y="359473"/>
                </a:lnTo>
                <a:lnTo>
                  <a:pt x="3694861" y="334848"/>
                </a:lnTo>
                <a:close/>
              </a:path>
              <a:path w="3695065" h="694689">
                <a:moveTo>
                  <a:pt x="3694861" y="173672"/>
                </a:moveTo>
                <a:lnTo>
                  <a:pt x="3496399" y="173672"/>
                </a:lnTo>
                <a:lnTo>
                  <a:pt x="3496399" y="198335"/>
                </a:lnTo>
                <a:lnTo>
                  <a:pt x="3694861" y="198335"/>
                </a:lnTo>
                <a:lnTo>
                  <a:pt x="3694861" y="173672"/>
                </a:lnTo>
                <a:close/>
              </a:path>
              <a:path w="3695065" h="694689">
                <a:moveTo>
                  <a:pt x="3694861" y="16649"/>
                </a:moveTo>
                <a:lnTo>
                  <a:pt x="3496399" y="16649"/>
                </a:lnTo>
                <a:lnTo>
                  <a:pt x="3496399" y="41262"/>
                </a:lnTo>
                <a:lnTo>
                  <a:pt x="3694861" y="41262"/>
                </a:lnTo>
                <a:lnTo>
                  <a:pt x="3694861" y="16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52512" y="1050282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-166" y="1619"/>
                </a:moveTo>
                <a:lnTo>
                  <a:pt x="-166" y="1467348"/>
                </a:lnTo>
              </a:path>
            </a:pathLst>
          </a:custGeom>
          <a:ln w="10470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49000" y="2827176"/>
            <a:ext cx="8797965" cy="847720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1887200" y="3616066"/>
            <a:ext cx="7239000" cy="7531100"/>
          </a:xfrm>
          <a:custGeom>
            <a:avLst/>
            <a:gdLst/>
            <a:ahLst/>
            <a:cxnLst/>
            <a:rect l="l" t="t" r="r" b="b"/>
            <a:pathLst>
              <a:path w="7239000" h="7531100">
                <a:moveTo>
                  <a:pt x="0" y="7531032"/>
                </a:moveTo>
                <a:lnTo>
                  <a:pt x="7239000" y="7531032"/>
                </a:lnTo>
                <a:lnTo>
                  <a:pt x="7239000" y="0"/>
                </a:lnTo>
                <a:lnTo>
                  <a:pt x="0" y="0"/>
                </a:lnTo>
                <a:lnTo>
                  <a:pt x="0" y="7531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9275553" y="3617282"/>
            <a:ext cx="571500" cy="1884680"/>
          </a:xfrm>
          <a:custGeom>
            <a:avLst/>
            <a:gdLst/>
            <a:ahLst/>
            <a:cxnLst/>
            <a:rect l="l" t="t" r="r" b="b"/>
            <a:pathLst>
              <a:path w="571500" h="1884679">
                <a:moveTo>
                  <a:pt x="51930" y="1858225"/>
                </a:moveTo>
                <a:lnTo>
                  <a:pt x="49898" y="1847938"/>
                </a:lnTo>
                <a:lnTo>
                  <a:pt x="44310" y="1839683"/>
                </a:lnTo>
                <a:lnTo>
                  <a:pt x="36055" y="1834095"/>
                </a:lnTo>
                <a:lnTo>
                  <a:pt x="26022" y="1831936"/>
                </a:lnTo>
                <a:lnTo>
                  <a:pt x="15875" y="1834095"/>
                </a:lnTo>
                <a:lnTo>
                  <a:pt x="7620" y="1839683"/>
                </a:lnTo>
                <a:lnTo>
                  <a:pt x="2032" y="1847938"/>
                </a:lnTo>
                <a:lnTo>
                  <a:pt x="0" y="1858225"/>
                </a:lnTo>
                <a:lnTo>
                  <a:pt x="2032" y="1868385"/>
                </a:lnTo>
                <a:lnTo>
                  <a:pt x="7620" y="1876640"/>
                </a:lnTo>
                <a:lnTo>
                  <a:pt x="15875" y="1882228"/>
                </a:lnTo>
                <a:lnTo>
                  <a:pt x="26022" y="1884387"/>
                </a:lnTo>
                <a:lnTo>
                  <a:pt x="36055" y="1882228"/>
                </a:lnTo>
                <a:lnTo>
                  <a:pt x="44310" y="1876640"/>
                </a:lnTo>
                <a:lnTo>
                  <a:pt x="49898" y="1868385"/>
                </a:lnTo>
                <a:lnTo>
                  <a:pt x="51930" y="1858225"/>
                </a:lnTo>
                <a:close/>
              </a:path>
              <a:path w="571500" h="1884679">
                <a:moveTo>
                  <a:pt x="51930" y="1596517"/>
                </a:moveTo>
                <a:lnTo>
                  <a:pt x="49898" y="1586230"/>
                </a:lnTo>
                <a:lnTo>
                  <a:pt x="44310" y="1577975"/>
                </a:lnTo>
                <a:lnTo>
                  <a:pt x="36055" y="1572399"/>
                </a:lnTo>
                <a:lnTo>
                  <a:pt x="26022" y="1570240"/>
                </a:lnTo>
                <a:lnTo>
                  <a:pt x="15875" y="1572399"/>
                </a:lnTo>
                <a:lnTo>
                  <a:pt x="7620" y="1577975"/>
                </a:lnTo>
                <a:lnTo>
                  <a:pt x="2032" y="1586230"/>
                </a:lnTo>
                <a:lnTo>
                  <a:pt x="0" y="1596517"/>
                </a:lnTo>
                <a:lnTo>
                  <a:pt x="2032" y="1606677"/>
                </a:lnTo>
                <a:lnTo>
                  <a:pt x="7620" y="1614932"/>
                </a:lnTo>
                <a:lnTo>
                  <a:pt x="15875" y="1620520"/>
                </a:lnTo>
                <a:lnTo>
                  <a:pt x="26022" y="1622679"/>
                </a:lnTo>
                <a:lnTo>
                  <a:pt x="36055" y="1620520"/>
                </a:lnTo>
                <a:lnTo>
                  <a:pt x="44310" y="1614932"/>
                </a:lnTo>
                <a:lnTo>
                  <a:pt x="49898" y="1606677"/>
                </a:lnTo>
                <a:lnTo>
                  <a:pt x="51930" y="1596517"/>
                </a:lnTo>
                <a:close/>
              </a:path>
              <a:path w="571500" h="1884679">
                <a:moveTo>
                  <a:pt x="51930" y="1334808"/>
                </a:moveTo>
                <a:lnTo>
                  <a:pt x="49898" y="1324533"/>
                </a:lnTo>
                <a:lnTo>
                  <a:pt x="44310" y="1316278"/>
                </a:lnTo>
                <a:lnTo>
                  <a:pt x="36055" y="1310690"/>
                </a:lnTo>
                <a:lnTo>
                  <a:pt x="26022" y="1308531"/>
                </a:lnTo>
                <a:lnTo>
                  <a:pt x="15875" y="1310690"/>
                </a:lnTo>
                <a:lnTo>
                  <a:pt x="7620" y="1316278"/>
                </a:lnTo>
                <a:lnTo>
                  <a:pt x="2032" y="1324533"/>
                </a:lnTo>
                <a:lnTo>
                  <a:pt x="0" y="1334808"/>
                </a:lnTo>
                <a:lnTo>
                  <a:pt x="2032" y="1344968"/>
                </a:lnTo>
                <a:lnTo>
                  <a:pt x="7620" y="1353223"/>
                </a:lnTo>
                <a:lnTo>
                  <a:pt x="15875" y="1358811"/>
                </a:lnTo>
                <a:lnTo>
                  <a:pt x="26022" y="1360970"/>
                </a:lnTo>
                <a:lnTo>
                  <a:pt x="36055" y="1358811"/>
                </a:lnTo>
                <a:lnTo>
                  <a:pt x="44310" y="1353223"/>
                </a:lnTo>
                <a:lnTo>
                  <a:pt x="49898" y="1344968"/>
                </a:lnTo>
                <a:lnTo>
                  <a:pt x="51930" y="1334808"/>
                </a:lnTo>
                <a:close/>
              </a:path>
              <a:path w="571500" h="1884679">
                <a:moveTo>
                  <a:pt x="51930" y="1073111"/>
                </a:moveTo>
                <a:lnTo>
                  <a:pt x="49898" y="1062824"/>
                </a:lnTo>
                <a:lnTo>
                  <a:pt x="44310" y="1054569"/>
                </a:lnTo>
                <a:lnTo>
                  <a:pt x="36055" y="1048981"/>
                </a:lnTo>
                <a:lnTo>
                  <a:pt x="26022" y="1046822"/>
                </a:lnTo>
                <a:lnTo>
                  <a:pt x="15875" y="1048981"/>
                </a:lnTo>
                <a:lnTo>
                  <a:pt x="7620" y="1054569"/>
                </a:lnTo>
                <a:lnTo>
                  <a:pt x="2032" y="1062824"/>
                </a:lnTo>
                <a:lnTo>
                  <a:pt x="0" y="1073111"/>
                </a:lnTo>
                <a:lnTo>
                  <a:pt x="2032" y="1083271"/>
                </a:lnTo>
                <a:lnTo>
                  <a:pt x="7620" y="1091526"/>
                </a:lnTo>
                <a:lnTo>
                  <a:pt x="15875" y="1097102"/>
                </a:lnTo>
                <a:lnTo>
                  <a:pt x="26022" y="1099261"/>
                </a:lnTo>
                <a:lnTo>
                  <a:pt x="36055" y="1097102"/>
                </a:lnTo>
                <a:lnTo>
                  <a:pt x="44310" y="1091526"/>
                </a:lnTo>
                <a:lnTo>
                  <a:pt x="49898" y="1083271"/>
                </a:lnTo>
                <a:lnTo>
                  <a:pt x="51930" y="1073111"/>
                </a:lnTo>
                <a:close/>
              </a:path>
              <a:path w="571500" h="1884679">
                <a:moveTo>
                  <a:pt x="51930" y="811403"/>
                </a:moveTo>
                <a:lnTo>
                  <a:pt x="49898" y="801116"/>
                </a:lnTo>
                <a:lnTo>
                  <a:pt x="44310" y="792861"/>
                </a:lnTo>
                <a:lnTo>
                  <a:pt x="36055" y="787273"/>
                </a:lnTo>
                <a:lnTo>
                  <a:pt x="26022" y="785114"/>
                </a:lnTo>
                <a:lnTo>
                  <a:pt x="15875" y="787273"/>
                </a:lnTo>
                <a:lnTo>
                  <a:pt x="7620" y="792861"/>
                </a:lnTo>
                <a:lnTo>
                  <a:pt x="2032" y="801116"/>
                </a:lnTo>
                <a:lnTo>
                  <a:pt x="0" y="811403"/>
                </a:lnTo>
                <a:lnTo>
                  <a:pt x="2032" y="821563"/>
                </a:lnTo>
                <a:lnTo>
                  <a:pt x="7620" y="829818"/>
                </a:lnTo>
                <a:lnTo>
                  <a:pt x="15875" y="835406"/>
                </a:lnTo>
                <a:lnTo>
                  <a:pt x="26022" y="837565"/>
                </a:lnTo>
                <a:lnTo>
                  <a:pt x="36055" y="835406"/>
                </a:lnTo>
                <a:lnTo>
                  <a:pt x="44310" y="829818"/>
                </a:lnTo>
                <a:lnTo>
                  <a:pt x="49898" y="821563"/>
                </a:lnTo>
                <a:lnTo>
                  <a:pt x="51930" y="811403"/>
                </a:lnTo>
                <a:close/>
              </a:path>
              <a:path w="571500" h="1884679">
                <a:moveTo>
                  <a:pt x="51930" y="549694"/>
                </a:moveTo>
                <a:lnTo>
                  <a:pt x="49898" y="539407"/>
                </a:lnTo>
                <a:lnTo>
                  <a:pt x="44310" y="531152"/>
                </a:lnTo>
                <a:lnTo>
                  <a:pt x="36055" y="525576"/>
                </a:lnTo>
                <a:lnTo>
                  <a:pt x="26022" y="523417"/>
                </a:lnTo>
                <a:lnTo>
                  <a:pt x="15875" y="525576"/>
                </a:lnTo>
                <a:lnTo>
                  <a:pt x="7620" y="531152"/>
                </a:lnTo>
                <a:lnTo>
                  <a:pt x="2032" y="539407"/>
                </a:lnTo>
                <a:lnTo>
                  <a:pt x="0" y="549694"/>
                </a:lnTo>
                <a:lnTo>
                  <a:pt x="2032" y="559854"/>
                </a:lnTo>
                <a:lnTo>
                  <a:pt x="7620" y="568109"/>
                </a:lnTo>
                <a:lnTo>
                  <a:pt x="15875" y="573697"/>
                </a:lnTo>
                <a:lnTo>
                  <a:pt x="26022" y="575856"/>
                </a:lnTo>
                <a:lnTo>
                  <a:pt x="36055" y="573697"/>
                </a:lnTo>
                <a:lnTo>
                  <a:pt x="44310" y="568109"/>
                </a:lnTo>
                <a:lnTo>
                  <a:pt x="49898" y="559854"/>
                </a:lnTo>
                <a:lnTo>
                  <a:pt x="51930" y="549694"/>
                </a:lnTo>
                <a:close/>
              </a:path>
              <a:path w="571500" h="1884679">
                <a:moveTo>
                  <a:pt x="51930" y="287997"/>
                </a:moveTo>
                <a:lnTo>
                  <a:pt x="49898" y="277710"/>
                </a:lnTo>
                <a:lnTo>
                  <a:pt x="44310" y="269455"/>
                </a:lnTo>
                <a:lnTo>
                  <a:pt x="36055" y="263867"/>
                </a:lnTo>
                <a:lnTo>
                  <a:pt x="26022" y="261708"/>
                </a:lnTo>
                <a:lnTo>
                  <a:pt x="15875" y="263867"/>
                </a:lnTo>
                <a:lnTo>
                  <a:pt x="7620" y="269455"/>
                </a:lnTo>
                <a:lnTo>
                  <a:pt x="2032" y="277710"/>
                </a:lnTo>
                <a:lnTo>
                  <a:pt x="0" y="287997"/>
                </a:lnTo>
                <a:lnTo>
                  <a:pt x="2032" y="298145"/>
                </a:lnTo>
                <a:lnTo>
                  <a:pt x="7620" y="306400"/>
                </a:lnTo>
                <a:lnTo>
                  <a:pt x="15875" y="311988"/>
                </a:lnTo>
                <a:lnTo>
                  <a:pt x="26022" y="314147"/>
                </a:lnTo>
                <a:lnTo>
                  <a:pt x="36055" y="311988"/>
                </a:lnTo>
                <a:lnTo>
                  <a:pt x="44310" y="306400"/>
                </a:lnTo>
                <a:lnTo>
                  <a:pt x="49898" y="298145"/>
                </a:lnTo>
                <a:lnTo>
                  <a:pt x="51930" y="287997"/>
                </a:lnTo>
                <a:close/>
              </a:path>
              <a:path w="571500" h="1884679">
                <a:moveTo>
                  <a:pt x="51930" y="26289"/>
                </a:moveTo>
                <a:lnTo>
                  <a:pt x="49898" y="16002"/>
                </a:lnTo>
                <a:lnTo>
                  <a:pt x="44310" y="7747"/>
                </a:lnTo>
                <a:lnTo>
                  <a:pt x="36055" y="2159"/>
                </a:lnTo>
                <a:lnTo>
                  <a:pt x="26022" y="0"/>
                </a:lnTo>
                <a:lnTo>
                  <a:pt x="15875" y="2159"/>
                </a:lnTo>
                <a:lnTo>
                  <a:pt x="7620" y="7747"/>
                </a:lnTo>
                <a:lnTo>
                  <a:pt x="2032" y="16002"/>
                </a:lnTo>
                <a:lnTo>
                  <a:pt x="0" y="26289"/>
                </a:lnTo>
                <a:lnTo>
                  <a:pt x="2032" y="36449"/>
                </a:lnTo>
                <a:lnTo>
                  <a:pt x="7620" y="44704"/>
                </a:lnTo>
                <a:lnTo>
                  <a:pt x="15875" y="50279"/>
                </a:lnTo>
                <a:lnTo>
                  <a:pt x="26022" y="52438"/>
                </a:lnTo>
                <a:lnTo>
                  <a:pt x="36055" y="50279"/>
                </a:lnTo>
                <a:lnTo>
                  <a:pt x="44310" y="44704"/>
                </a:lnTo>
                <a:lnTo>
                  <a:pt x="49898" y="36449"/>
                </a:lnTo>
                <a:lnTo>
                  <a:pt x="51930" y="26289"/>
                </a:lnTo>
                <a:close/>
              </a:path>
              <a:path w="571500" h="1884679">
                <a:moveTo>
                  <a:pt x="311607" y="1858225"/>
                </a:moveTo>
                <a:lnTo>
                  <a:pt x="309575" y="1847938"/>
                </a:lnTo>
                <a:lnTo>
                  <a:pt x="303987" y="1839683"/>
                </a:lnTo>
                <a:lnTo>
                  <a:pt x="295732" y="1834095"/>
                </a:lnTo>
                <a:lnTo>
                  <a:pt x="285699" y="1831936"/>
                </a:lnTo>
                <a:lnTo>
                  <a:pt x="275539" y="1834095"/>
                </a:lnTo>
                <a:lnTo>
                  <a:pt x="267284" y="1839683"/>
                </a:lnTo>
                <a:lnTo>
                  <a:pt x="261708" y="1847938"/>
                </a:lnTo>
                <a:lnTo>
                  <a:pt x="259676" y="1858225"/>
                </a:lnTo>
                <a:lnTo>
                  <a:pt x="261708" y="1868385"/>
                </a:lnTo>
                <a:lnTo>
                  <a:pt x="267284" y="1876640"/>
                </a:lnTo>
                <a:lnTo>
                  <a:pt x="275539" y="1882228"/>
                </a:lnTo>
                <a:lnTo>
                  <a:pt x="285699" y="1884387"/>
                </a:lnTo>
                <a:lnTo>
                  <a:pt x="295732" y="1882228"/>
                </a:lnTo>
                <a:lnTo>
                  <a:pt x="303987" y="1876640"/>
                </a:lnTo>
                <a:lnTo>
                  <a:pt x="309575" y="1868385"/>
                </a:lnTo>
                <a:lnTo>
                  <a:pt x="311607" y="1858225"/>
                </a:lnTo>
                <a:close/>
              </a:path>
              <a:path w="571500" h="1884679">
                <a:moveTo>
                  <a:pt x="311607" y="1596517"/>
                </a:moveTo>
                <a:lnTo>
                  <a:pt x="309575" y="1586230"/>
                </a:lnTo>
                <a:lnTo>
                  <a:pt x="303987" y="1577975"/>
                </a:lnTo>
                <a:lnTo>
                  <a:pt x="295732" y="1572399"/>
                </a:lnTo>
                <a:lnTo>
                  <a:pt x="285699" y="1570240"/>
                </a:lnTo>
                <a:lnTo>
                  <a:pt x="275539" y="1572399"/>
                </a:lnTo>
                <a:lnTo>
                  <a:pt x="267284" y="1577975"/>
                </a:lnTo>
                <a:lnTo>
                  <a:pt x="261708" y="1586230"/>
                </a:lnTo>
                <a:lnTo>
                  <a:pt x="259676" y="1596517"/>
                </a:lnTo>
                <a:lnTo>
                  <a:pt x="261708" y="1606677"/>
                </a:lnTo>
                <a:lnTo>
                  <a:pt x="267284" y="1614932"/>
                </a:lnTo>
                <a:lnTo>
                  <a:pt x="275539" y="1620520"/>
                </a:lnTo>
                <a:lnTo>
                  <a:pt x="285699" y="1622679"/>
                </a:lnTo>
                <a:lnTo>
                  <a:pt x="295732" y="1620520"/>
                </a:lnTo>
                <a:lnTo>
                  <a:pt x="303987" y="1614932"/>
                </a:lnTo>
                <a:lnTo>
                  <a:pt x="309575" y="1606677"/>
                </a:lnTo>
                <a:lnTo>
                  <a:pt x="311607" y="1596517"/>
                </a:lnTo>
                <a:close/>
              </a:path>
              <a:path w="571500" h="1884679">
                <a:moveTo>
                  <a:pt x="311607" y="1334808"/>
                </a:moveTo>
                <a:lnTo>
                  <a:pt x="309575" y="1324533"/>
                </a:lnTo>
                <a:lnTo>
                  <a:pt x="303987" y="1316278"/>
                </a:lnTo>
                <a:lnTo>
                  <a:pt x="295732" y="1310690"/>
                </a:lnTo>
                <a:lnTo>
                  <a:pt x="285699" y="1308531"/>
                </a:lnTo>
                <a:lnTo>
                  <a:pt x="275539" y="1310690"/>
                </a:lnTo>
                <a:lnTo>
                  <a:pt x="267284" y="1316278"/>
                </a:lnTo>
                <a:lnTo>
                  <a:pt x="261708" y="1324533"/>
                </a:lnTo>
                <a:lnTo>
                  <a:pt x="259676" y="1334808"/>
                </a:lnTo>
                <a:lnTo>
                  <a:pt x="261708" y="1344968"/>
                </a:lnTo>
                <a:lnTo>
                  <a:pt x="267284" y="1353223"/>
                </a:lnTo>
                <a:lnTo>
                  <a:pt x="275539" y="1358811"/>
                </a:lnTo>
                <a:lnTo>
                  <a:pt x="285699" y="1360970"/>
                </a:lnTo>
                <a:lnTo>
                  <a:pt x="295732" y="1358811"/>
                </a:lnTo>
                <a:lnTo>
                  <a:pt x="303987" y="1353223"/>
                </a:lnTo>
                <a:lnTo>
                  <a:pt x="309575" y="1344968"/>
                </a:lnTo>
                <a:lnTo>
                  <a:pt x="311607" y="1334808"/>
                </a:lnTo>
                <a:close/>
              </a:path>
              <a:path w="571500" h="1884679">
                <a:moveTo>
                  <a:pt x="311607" y="1073111"/>
                </a:moveTo>
                <a:lnTo>
                  <a:pt x="309575" y="1062824"/>
                </a:lnTo>
                <a:lnTo>
                  <a:pt x="303987" y="1054569"/>
                </a:lnTo>
                <a:lnTo>
                  <a:pt x="295732" y="1048981"/>
                </a:lnTo>
                <a:lnTo>
                  <a:pt x="285699" y="1046822"/>
                </a:lnTo>
                <a:lnTo>
                  <a:pt x="275539" y="1048981"/>
                </a:lnTo>
                <a:lnTo>
                  <a:pt x="267284" y="1054569"/>
                </a:lnTo>
                <a:lnTo>
                  <a:pt x="261708" y="1062824"/>
                </a:lnTo>
                <a:lnTo>
                  <a:pt x="259676" y="1073111"/>
                </a:lnTo>
                <a:lnTo>
                  <a:pt x="261708" y="1083271"/>
                </a:lnTo>
                <a:lnTo>
                  <a:pt x="267284" y="1091526"/>
                </a:lnTo>
                <a:lnTo>
                  <a:pt x="275539" y="1097102"/>
                </a:lnTo>
                <a:lnTo>
                  <a:pt x="285699" y="1099261"/>
                </a:lnTo>
                <a:lnTo>
                  <a:pt x="295732" y="1097102"/>
                </a:lnTo>
                <a:lnTo>
                  <a:pt x="303987" y="1091526"/>
                </a:lnTo>
                <a:lnTo>
                  <a:pt x="309575" y="1083271"/>
                </a:lnTo>
                <a:lnTo>
                  <a:pt x="311607" y="1073111"/>
                </a:lnTo>
                <a:close/>
              </a:path>
              <a:path w="571500" h="1884679">
                <a:moveTo>
                  <a:pt x="311607" y="811403"/>
                </a:moveTo>
                <a:lnTo>
                  <a:pt x="309575" y="801116"/>
                </a:lnTo>
                <a:lnTo>
                  <a:pt x="303987" y="792861"/>
                </a:lnTo>
                <a:lnTo>
                  <a:pt x="295732" y="787273"/>
                </a:lnTo>
                <a:lnTo>
                  <a:pt x="285699" y="785114"/>
                </a:lnTo>
                <a:lnTo>
                  <a:pt x="275539" y="787273"/>
                </a:lnTo>
                <a:lnTo>
                  <a:pt x="267284" y="792861"/>
                </a:lnTo>
                <a:lnTo>
                  <a:pt x="261708" y="801116"/>
                </a:lnTo>
                <a:lnTo>
                  <a:pt x="259676" y="811403"/>
                </a:lnTo>
                <a:lnTo>
                  <a:pt x="261708" y="821563"/>
                </a:lnTo>
                <a:lnTo>
                  <a:pt x="267284" y="829818"/>
                </a:lnTo>
                <a:lnTo>
                  <a:pt x="275539" y="835406"/>
                </a:lnTo>
                <a:lnTo>
                  <a:pt x="285699" y="837565"/>
                </a:lnTo>
                <a:lnTo>
                  <a:pt x="295732" y="835406"/>
                </a:lnTo>
                <a:lnTo>
                  <a:pt x="303987" y="829818"/>
                </a:lnTo>
                <a:lnTo>
                  <a:pt x="309575" y="821563"/>
                </a:lnTo>
                <a:lnTo>
                  <a:pt x="311607" y="811403"/>
                </a:lnTo>
                <a:close/>
              </a:path>
              <a:path w="571500" h="1884679">
                <a:moveTo>
                  <a:pt x="311607" y="549694"/>
                </a:moveTo>
                <a:lnTo>
                  <a:pt x="309575" y="539407"/>
                </a:lnTo>
                <a:lnTo>
                  <a:pt x="303987" y="531152"/>
                </a:lnTo>
                <a:lnTo>
                  <a:pt x="295732" y="525576"/>
                </a:lnTo>
                <a:lnTo>
                  <a:pt x="285699" y="523417"/>
                </a:lnTo>
                <a:lnTo>
                  <a:pt x="275539" y="525576"/>
                </a:lnTo>
                <a:lnTo>
                  <a:pt x="267284" y="531152"/>
                </a:lnTo>
                <a:lnTo>
                  <a:pt x="261708" y="539407"/>
                </a:lnTo>
                <a:lnTo>
                  <a:pt x="259676" y="549694"/>
                </a:lnTo>
                <a:lnTo>
                  <a:pt x="261708" y="559854"/>
                </a:lnTo>
                <a:lnTo>
                  <a:pt x="267284" y="568109"/>
                </a:lnTo>
                <a:lnTo>
                  <a:pt x="275539" y="573697"/>
                </a:lnTo>
                <a:lnTo>
                  <a:pt x="285699" y="575856"/>
                </a:lnTo>
                <a:lnTo>
                  <a:pt x="295732" y="573697"/>
                </a:lnTo>
                <a:lnTo>
                  <a:pt x="303987" y="568109"/>
                </a:lnTo>
                <a:lnTo>
                  <a:pt x="309575" y="559854"/>
                </a:lnTo>
                <a:lnTo>
                  <a:pt x="311607" y="549694"/>
                </a:lnTo>
                <a:close/>
              </a:path>
              <a:path w="571500" h="1884679">
                <a:moveTo>
                  <a:pt x="311607" y="287997"/>
                </a:moveTo>
                <a:lnTo>
                  <a:pt x="309575" y="277710"/>
                </a:lnTo>
                <a:lnTo>
                  <a:pt x="303987" y="269455"/>
                </a:lnTo>
                <a:lnTo>
                  <a:pt x="295732" y="263867"/>
                </a:lnTo>
                <a:lnTo>
                  <a:pt x="285699" y="261708"/>
                </a:lnTo>
                <a:lnTo>
                  <a:pt x="275539" y="263867"/>
                </a:lnTo>
                <a:lnTo>
                  <a:pt x="267284" y="269455"/>
                </a:lnTo>
                <a:lnTo>
                  <a:pt x="261708" y="277710"/>
                </a:lnTo>
                <a:lnTo>
                  <a:pt x="259676" y="287997"/>
                </a:lnTo>
                <a:lnTo>
                  <a:pt x="261708" y="298145"/>
                </a:lnTo>
                <a:lnTo>
                  <a:pt x="267284" y="306400"/>
                </a:lnTo>
                <a:lnTo>
                  <a:pt x="275539" y="311988"/>
                </a:lnTo>
                <a:lnTo>
                  <a:pt x="285699" y="314147"/>
                </a:lnTo>
                <a:lnTo>
                  <a:pt x="295732" y="311988"/>
                </a:lnTo>
                <a:lnTo>
                  <a:pt x="303987" y="306400"/>
                </a:lnTo>
                <a:lnTo>
                  <a:pt x="309575" y="298145"/>
                </a:lnTo>
                <a:lnTo>
                  <a:pt x="311607" y="287997"/>
                </a:lnTo>
                <a:close/>
              </a:path>
              <a:path w="571500" h="1884679">
                <a:moveTo>
                  <a:pt x="311607" y="26289"/>
                </a:moveTo>
                <a:lnTo>
                  <a:pt x="309575" y="16002"/>
                </a:lnTo>
                <a:lnTo>
                  <a:pt x="303987" y="7747"/>
                </a:lnTo>
                <a:lnTo>
                  <a:pt x="295732" y="2159"/>
                </a:lnTo>
                <a:lnTo>
                  <a:pt x="285699" y="0"/>
                </a:lnTo>
                <a:lnTo>
                  <a:pt x="275539" y="2159"/>
                </a:lnTo>
                <a:lnTo>
                  <a:pt x="267284" y="7747"/>
                </a:lnTo>
                <a:lnTo>
                  <a:pt x="261708" y="16002"/>
                </a:lnTo>
                <a:lnTo>
                  <a:pt x="259676" y="26289"/>
                </a:lnTo>
                <a:lnTo>
                  <a:pt x="261708" y="36449"/>
                </a:lnTo>
                <a:lnTo>
                  <a:pt x="267284" y="44704"/>
                </a:lnTo>
                <a:lnTo>
                  <a:pt x="275539" y="50279"/>
                </a:lnTo>
                <a:lnTo>
                  <a:pt x="285699" y="52438"/>
                </a:lnTo>
                <a:lnTo>
                  <a:pt x="295732" y="50279"/>
                </a:lnTo>
                <a:lnTo>
                  <a:pt x="303987" y="44704"/>
                </a:lnTo>
                <a:lnTo>
                  <a:pt x="309575" y="36449"/>
                </a:lnTo>
                <a:lnTo>
                  <a:pt x="311607" y="26289"/>
                </a:lnTo>
                <a:close/>
              </a:path>
              <a:path w="571500" h="1884679">
                <a:moveTo>
                  <a:pt x="571411" y="1858225"/>
                </a:moveTo>
                <a:lnTo>
                  <a:pt x="569379" y="1847938"/>
                </a:lnTo>
                <a:lnTo>
                  <a:pt x="563791" y="1839683"/>
                </a:lnTo>
                <a:lnTo>
                  <a:pt x="555536" y="1834095"/>
                </a:lnTo>
                <a:lnTo>
                  <a:pt x="545376" y="1831936"/>
                </a:lnTo>
                <a:lnTo>
                  <a:pt x="535343" y="1834095"/>
                </a:lnTo>
                <a:lnTo>
                  <a:pt x="527088" y="1839683"/>
                </a:lnTo>
                <a:lnTo>
                  <a:pt x="521500" y="1847938"/>
                </a:lnTo>
                <a:lnTo>
                  <a:pt x="519468" y="1858225"/>
                </a:lnTo>
                <a:lnTo>
                  <a:pt x="521500" y="1868385"/>
                </a:lnTo>
                <a:lnTo>
                  <a:pt x="527088" y="1876640"/>
                </a:lnTo>
                <a:lnTo>
                  <a:pt x="535343" y="1882228"/>
                </a:lnTo>
                <a:lnTo>
                  <a:pt x="545376" y="1884387"/>
                </a:lnTo>
                <a:lnTo>
                  <a:pt x="555536" y="1882228"/>
                </a:lnTo>
                <a:lnTo>
                  <a:pt x="563791" y="1876640"/>
                </a:lnTo>
                <a:lnTo>
                  <a:pt x="569379" y="1868385"/>
                </a:lnTo>
                <a:lnTo>
                  <a:pt x="571411" y="1858225"/>
                </a:lnTo>
                <a:close/>
              </a:path>
              <a:path w="571500" h="1884679">
                <a:moveTo>
                  <a:pt x="571411" y="1596517"/>
                </a:moveTo>
                <a:lnTo>
                  <a:pt x="569379" y="1586230"/>
                </a:lnTo>
                <a:lnTo>
                  <a:pt x="563791" y="1577975"/>
                </a:lnTo>
                <a:lnTo>
                  <a:pt x="555536" y="1572399"/>
                </a:lnTo>
                <a:lnTo>
                  <a:pt x="545376" y="1570240"/>
                </a:lnTo>
                <a:lnTo>
                  <a:pt x="535343" y="1572399"/>
                </a:lnTo>
                <a:lnTo>
                  <a:pt x="527088" y="1577975"/>
                </a:lnTo>
                <a:lnTo>
                  <a:pt x="521500" y="1586230"/>
                </a:lnTo>
                <a:lnTo>
                  <a:pt x="519468" y="1596517"/>
                </a:lnTo>
                <a:lnTo>
                  <a:pt x="521500" y="1606677"/>
                </a:lnTo>
                <a:lnTo>
                  <a:pt x="527088" y="1614932"/>
                </a:lnTo>
                <a:lnTo>
                  <a:pt x="535343" y="1620520"/>
                </a:lnTo>
                <a:lnTo>
                  <a:pt x="545376" y="1622679"/>
                </a:lnTo>
                <a:lnTo>
                  <a:pt x="555536" y="1620520"/>
                </a:lnTo>
                <a:lnTo>
                  <a:pt x="563791" y="1614932"/>
                </a:lnTo>
                <a:lnTo>
                  <a:pt x="569379" y="1606677"/>
                </a:lnTo>
                <a:lnTo>
                  <a:pt x="571411" y="1596517"/>
                </a:lnTo>
                <a:close/>
              </a:path>
              <a:path w="571500" h="1884679">
                <a:moveTo>
                  <a:pt x="571411" y="1334808"/>
                </a:moveTo>
                <a:lnTo>
                  <a:pt x="569379" y="1324533"/>
                </a:lnTo>
                <a:lnTo>
                  <a:pt x="563791" y="1316278"/>
                </a:lnTo>
                <a:lnTo>
                  <a:pt x="555536" y="1310690"/>
                </a:lnTo>
                <a:lnTo>
                  <a:pt x="545376" y="1308531"/>
                </a:lnTo>
                <a:lnTo>
                  <a:pt x="535343" y="1310690"/>
                </a:lnTo>
                <a:lnTo>
                  <a:pt x="527088" y="1316278"/>
                </a:lnTo>
                <a:lnTo>
                  <a:pt x="521500" y="1324533"/>
                </a:lnTo>
                <a:lnTo>
                  <a:pt x="519468" y="1334808"/>
                </a:lnTo>
                <a:lnTo>
                  <a:pt x="521500" y="1344968"/>
                </a:lnTo>
                <a:lnTo>
                  <a:pt x="527088" y="1353223"/>
                </a:lnTo>
                <a:lnTo>
                  <a:pt x="535343" y="1358811"/>
                </a:lnTo>
                <a:lnTo>
                  <a:pt x="545376" y="1360970"/>
                </a:lnTo>
                <a:lnTo>
                  <a:pt x="555536" y="1358811"/>
                </a:lnTo>
                <a:lnTo>
                  <a:pt x="563791" y="1353223"/>
                </a:lnTo>
                <a:lnTo>
                  <a:pt x="569379" y="1344968"/>
                </a:lnTo>
                <a:lnTo>
                  <a:pt x="571411" y="1334808"/>
                </a:lnTo>
                <a:close/>
              </a:path>
              <a:path w="571500" h="1884679">
                <a:moveTo>
                  <a:pt x="571411" y="1073111"/>
                </a:moveTo>
                <a:lnTo>
                  <a:pt x="569379" y="1062824"/>
                </a:lnTo>
                <a:lnTo>
                  <a:pt x="563791" y="1054569"/>
                </a:lnTo>
                <a:lnTo>
                  <a:pt x="555536" y="1048981"/>
                </a:lnTo>
                <a:lnTo>
                  <a:pt x="545376" y="1046822"/>
                </a:lnTo>
                <a:lnTo>
                  <a:pt x="535343" y="1048981"/>
                </a:lnTo>
                <a:lnTo>
                  <a:pt x="527088" y="1054569"/>
                </a:lnTo>
                <a:lnTo>
                  <a:pt x="521500" y="1062824"/>
                </a:lnTo>
                <a:lnTo>
                  <a:pt x="519468" y="1073111"/>
                </a:lnTo>
                <a:lnTo>
                  <a:pt x="521500" y="1083271"/>
                </a:lnTo>
                <a:lnTo>
                  <a:pt x="527088" y="1091526"/>
                </a:lnTo>
                <a:lnTo>
                  <a:pt x="535343" y="1097102"/>
                </a:lnTo>
                <a:lnTo>
                  <a:pt x="545376" y="1099261"/>
                </a:lnTo>
                <a:lnTo>
                  <a:pt x="555536" y="1097102"/>
                </a:lnTo>
                <a:lnTo>
                  <a:pt x="563791" y="1091526"/>
                </a:lnTo>
                <a:lnTo>
                  <a:pt x="569379" y="1083271"/>
                </a:lnTo>
                <a:lnTo>
                  <a:pt x="571411" y="1073111"/>
                </a:lnTo>
                <a:close/>
              </a:path>
              <a:path w="571500" h="1884679">
                <a:moveTo>
                  <a:pt x="571411" y="811403"/>
                </a:moveTo>
                <a:lnTo>
                  <a:pt x="569379" y="801116"/>
                </a:lnTo>
                <a:lnTo>
                  <a:pt x="563791" y="792861"/>
                </a:lnTo>
                <a:lnTo>
                  <a:pt x="555536" y="787273"/>
                </a:lnTo>
                <a:lnTo>
                  <a:pt x="545376" y="785114"/>
                </a:lnTo>
                <a:lnTo>
                  <a:pt x="535343" y="787273"/>
                </a:lnTo>
                <a:lnTo>
                  <a:pt x="527088" y="792861"/>
                </a:lnTo>
                <a:lnTo>
                  <a:pt x="521500" y="801116"/>
                </a:lnTo>
                <a:lnTo>
                  <a:pt x="519468" y="811403"/>
                </a:lnTo>
                <a:lnTo>
                  <a:pt x="521500" y="821563"/>
                </a:lnTo>
                <a:lnTo>
                  <a:pt x="527088" y="829818"/>
                </a:lnTo>
                <a:lnTo>
                  <a:pt x="535343" y="835406"/>
                </a:lnTo>
                <a:lnTo>
                  <a:pt x="545376" y="837565"/>
                </a:lnTo>
                <a:lnTo>
                  <a:pt x="555536" y="835406"/>
                </a:lnTo>
                <a:lnTo>
                  <a:pt x="563791" y="829818"/>
                </a:lnTo>
                <a:lnTo>
                  <a:pt x="569379" y="821563"/>
                </a:lnTo>
                <a:lnTo>
                  <a:pt x="571411" y="811403"/>
                </a:lnTo>
                <a:close/>
              </a:path>
              <a:path w="571500" h="1884679">
                <a:moveTo>
                  <a:pt x="571411" y="549694"/>
                </a:moveTo>
                <a:lnTo>
                  <a:pt x="569379" y="539407"/>
                </a:lnTo>
                <a:lnTo>
                  <a:pt x="563791" y="531152"/>
                </a:lnTo>
                <a:lnTo>
                  <a:pt x="555536" y="525576"/>
                </a:lnTo>
                <a:lnTo>
                  <a:pt x="545376" y="523417"/>
                </a:lnTo>
                <a:lnTo>
                  <a:pt x="535343" y="525576"/>
                </a:lnTo>
                <a:lnTo>
                  <a:pt x="527088" y="531152"/>
                </a:lnTo>
                <a:lnTo>
                  <a:pt x="521500" y="539407"/>
                </a:lnTo>
                <a:lnTo>
                  <a:pt x="519468" y="549694"/>
                </a:lnTo>
                <a:lnTo>
                  <a:pt x="521500" y="559854"/>
                </a:lnTo>
                <a:lnTo>
                  <a:pt x="527088" y="568109"/>
                </a:lnTo>
                <a:lnTo>
                  <a:pt x="535343" y="573697"/>
                </a:lnTo>
                <a:lnTo>
                  <a:pt x="545376" y="575856"/>
                </a:lnTo>
                <a:lnTo>
                  <a:pt x="555536" y="573697"/>
                </a:lnTo>
                <a:lnTo>
                  <a:pt x="563791" y="568109"/>
                </a:lnTo>
                <a:lnTo>
                  <a:pt x="569379" y="559854"/>
                </a:lnTo>
                <a:lnTo>
                  <a:pt x="571411" y="549694"/>
                </a:lnTo>
                <a:close/>
              </a:path>
              <a:path w="571500" h="1884679">
                <a:moveTo>
                  <a:pt x="571411" y="287997"/>
                </a:moveTo>
                <a:lnTo>
                  <a:pt x="569379" y="277710"/>
                </a:lnTo>
                <a:lnTo>
                  <a:pt x="563791" y="269455"/>
                </a:lnTo>
                <a:lnTo>
                  <a:pt x="555536" y="263867"/>
                </a:lnTo>
                <a:lnTo>
                  <a:pt x="545376" y="261708"/>
                </a:lnTo>
                <a:lnTo>
                  <a:pt x="535343" y="263867"/>
                </a:lnTo>
                <a:lnTo>
                  <a:pt x="527088" y="269455"/>
                </a:lnTo>
                <a:lnTo>
                  <a:pt x="521500" y="277710"/>
                </a:lnTo>
                <a:lnTo>
                  <a:pt x="519468" y="287997"/>
                </a:lnTo>
                <a:lnTo>
                  <a:pt x="521500" y="298145"/>
                </a:lnTo>
                <a:lnTo>
                  <a:pt x="527088" y="306400"/>
                </a:lnTo>
                <a:lnTo>
                  <a:pt x="535343" y="311988"/>
                </a:lnTo>
                <a:lnTo>
                  <a:pt x="545376" y="314147"/>
                </a:lnTo>
                <a:lnTo>
                  <a:pt x="555536" y="311988"/>
                </a:lnTo>
                <a:lnTo>
                  <a:pt x="563791" y="306400"/>
                </a:lnTo>
                <a:lnTo>
                  <a:pt x="569379" y="298145"/>
                </a:lnTo>
                <a:lnTo>
                  <a:pt x="571411" y="287997"/>
                </a:lnTo>
                <a:close/>
              </a:path>
              <a:path w="571500" h="1884679">
                <a:moveTo>
                  <a:pt x="571411" y="26289"/>
                </a:moveTo>
                <a:lnTo>
                  <a:pt x="569379" y="16002"/>
                </a:lnTo>
                <a:lnTo>
                  <a:pt x="563791" y="7747"/>
                </a:lnTo>
                <a:lnTo>
                  <a:pt x="555536" y="2159"/>
                </a:lnTo>
                <a:lnTo>
                  <a:pt x="545376" y="0"/>
                </a:lnTo>
                <a:lnTo>
                  <a:pt x="535343" y="2159"/>
                </a:lnTo>
                <a:lnTo>
                  <a:pt x="527088" y="7747"/>
                </a:lnTo>
                <a:lnTo>
                  <a:pt x="521500" y="16002"/>
                </a:lnTo>
                <a:lnTo>
                  <a:pt x="519468" y="26289"/>
                </a:lnTo>
                <a:lnTo>
                  <a:pt x="521500" y="36449"/>
                </a:lnTo>
                <a:lnTo>
                  <a:pt x="527088" y="44704"/>
                </a:lnTo>
                <a:lnTo>
                  <a:pt x="535343" y="50279"/>
                </a:lnTo>
                <a:lnTo>
                  <a:pt x="545376" y="52438"/>
                </a:lnTo>
                <a:lnTo>
                  <a:pt x="555536" y="50279"/>
                </a:lnTo>
                <a:lnTo>
                  <a:pt x="563791" y="44704"/>
                </a:lnTo>
                <a:lnTo>
                  <a:pt x="569379" y="36449"/>
                </a:lnTo>
                <a:lnTo>
                  <a:pt x="571411" y="26289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11147098"/>
            <a:ext cx="20107275" cy="152400"/>
          </a:xfrm>
          <a:custGeom>
            <a:avLst/>
            <a:gdLst/>
            <a:ahLst/>
            <a:cxnLst/>
            <a:rect l="l" t="t" r="r" b="b"/>
            <a:pathLst>
              <a:path w="20107275" h="152400">
                <a:moveTo>
                  <a:pt x="20104100" y="24"/>
                </a:moveTo>
                <a:lnTo>
                  <a:pt x="0" y="24"/>
                </a:lnTo>
                <a:lnTo>
                  <a:pt x="0" y="151930"/>
                </a:lnTo>
                <a:lnTo>
                  <a:pt x="20104100" y="151930"/>
                </a:lnTo>
                <a:lnTo>
                  <a:pt x="20104100" y="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787126" y="5715500"/>
            <a:ext cx="2095500" cy="0"/>
          </a:xfrm>
          <a:custGeom>
            <a:avLst/>
            <a:gdLst/>
            <a:ahLst/>
            <a:cxnLst/>
            <a:rect l="l" t="t" r="r" b="b"/>
            <a:pathLst>
              <a:path w="2095500">
                <a:moveTo>
                  <a:pt x="-1703" y="882"/>
                </a:moveTo>
                <a:lnTo>
                  <a:pt x="2093338" y="882"/>
                </a:lnTo>
              </a:path>
            </a:pathLst>
          </a:custGeom>
          <a:ln w="31399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849"/>
            <a:ext cx="20107275" cy="11148695"/>
          </a:xfrm>
          <a:custGeom>
            <a:avLst/>
            <a:gdLst/>
            <a:ahLst/>
            <a:cxnLst/>
            <a:rect l="l" t="t" r="r" b="b"/>
            <a:pathLst>
              <a:path w="20107275" h="11148695">
                <a:moveTo>
                  <a:pt x="20104100" y="1785"/>
                </a:moveTo>
                <a:lnTo>
                  <a:pt x="0" y="1785"/>
                </a:lnTo>
                <a:lnTo>
                  <a:pt x="0" y="11148593"/>
                </a:lnTo>
                <a:lnTo>
                  <a:pt x="20104100" y="11148593"/>
                </a:lnTo>
                <a:lnTo>
                  <a:pt x="20104100" y="178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363825" y="9319100"/>
            <a:ext cx="3695700" cy="942340"/>
          </a:xfrm>
          <a:custGeom>
            <a:avLst/>
            <a:gdLst/>
            <a:ahLst/>
            <a:cxnLst/>
            <a:rect l="l" t="t" r="r" b="b"/>
            <a:pathLst>
              <a:path w="3695700" h="942340">
                <a:moveTo>
                  <a:pt x="3692436" y="313"/>
                </a:moveTo>
                <a:lnTo>
                  <a:pt x="-2425" y="313"/>
                </a:lnTo>
                <a:lnTo>
                  <a:pt x="-2425" y="942136"/>
                </a:lnTo>
                <a:lnTo>
                  <a:pt x="3692436" y="942136"/>
                </a:lnTo>
                <a:lnTo>
                  <a:pt x="3692436" y="313"/>
                </a:lnTo>
                <a:close/>
              </a:path>
            </a:pathLst>
          </a:custGeom>
          <a:solidFill>
            <a:srgbClr val="E10F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361387" y="9433603"/>
            <a:ext cx="3695065" cy="704215"/>
          </a:xfrm>
          <a:custGeom>
            <a:avLst/>
            <a:gdLst/>
            <a:ahLst/>
            <a:cxnLst/>
            <a:rect l="l" t="t" r="r" b="b"/>
            <a:pathLst>
              <a:path w="3695065" h="704215">
                <a:moveTo>
                  <a:pt x="198462" y="664832"/>
                </a:moveTo>
                <a:lnTo>
                  <a:pt x="0" y="664832"/>
                </a:lnTo>
                <a:lnTo>
                  <a:pt x="0" y="689800"/>
                </a:lnTo>
                <a:lnTo>
                  <a:pt x="198462" y="689800"/>
                </a:lnTo>
                <a:lnTo>
                  <a:pt x="198462" y="664832"/>
                </a:lnTo>
                <a:close/>
              </a:path>
              <a:path w="3695065" h="704215">
                <a:moveTo>
                  <a:pt x="198462" y="505193"/>
                </a:moveTo>
                <a:lnTo>
                  <a:pt x="0" y="505193"/>
                </a:lnTo>
                <a:lnTo>
                  <a:pt x="0" y="530136"/>
                </a:lnTo>
                <a:lnTo>
                  <a:pt x="198462" y="530136"/>
                </a:lnTo>
                <a:lnTo>
                  <a:pt x="198462" y="505193"/>
                </a:lnTo>
                <a:close/>
              </a:path>
              <a:path w="3695065" h="704215">
                <a:moveTo>
                  <a:pt x="198462" y="339483"/>
                </a:moveTo>
                <a:lnTo>
                  <a:pt x="0" y="339483"/>
                </a:lnTo>
                <a:lnTo>
                  <a:pt x="0" y="364426"/>
                </a:lnTo>
                <a:lnTo>
                  <a:pt x="198462" y="364426"/>
                </a:lnTo>
                <a:lnTo>
                  <a:pt x="198462" y="339483"/>
                </a:lnTo>
                <a:close/>
              </a:path>
              <a:path w="3695065" h="704215">
                <a:moveTo>
                  <a:pt x="198462" y="176149"/>
                </a:moveTo>
                <a:lnTo>
                  <a:pt x="0" y="176149"/>
                </a:lnTo>
                <a:lnTo>
                  <a:pt x="0" y="201129"/>
                </a:lnTo>
                <a:lnTo>
                  <a:pt x="198462" y="201129"/>
                </a:lnTo>
                <a:lnTo>
                  <a:pt x="198462" y="176149"/>
                </a:lnTo>
                <a:close/>
              </a:path>
              <a:path w="3695065" h="704215">
                <a:moveTo>
                  <a:pt x="198462" y="16967"/>
                </a:moveTo>
                <a:lnTo>
                  <a:pt x="0" y="16967"/>
                </a:lnTo>
                <a:lnTo>
                  <a:pt x="0" y="41897"/>
                </a:lnTo>
                <a:lnTo>
                  <a:pt x="198462" y="41897"/>
                </a:lnTo>
                <a:lnTo>
                  <a:pt x="198462" y="16967"/>
                </a:lnTo>
                <a:close/>
              </a:path>
              <a:path w="3695065" h="704215">
                <a:moveTo>
                  <a:pt x="909053" y="162407"/>
                </a:moveTo>
                <a:lnTo>
                  <a:pt x="906132" y="119989"/>
                </a:lnTo>
                <a:lnTo>
                  <a:pt x="840994" y="35039"/>
                </a:lnTo>
                <a:lnTo>
                  <a:pt x="805180" y="18923"/>
                </a:lnTo>
                <a:lnTo>
                  <a:pt x="764552" y="8128"/>
                </a:lnTo>
                <a:lnTo>
                  <a:pt x="720750" y="2032"/>
                </a:lnTo>
                <a:lnTo>
                  <a:pt x="675030" y="0"/>
                </a:lnTo>
                <a:lnTo>
                  <a:pt x="627926" y="1778"/>
                </a:lnTo>
                <a:lnTo>
                  <a:pt x="581317" y="7366"/>
                </a:lnTo>
                <a:lnTo>
                  <a:pt x="535863" y="17399"/>
                </a:lnTo>
                <a:lnTo>
                  <a:pt x="492683" y="32499"/>
                </a:lnTo>
                <a:lnTo>
                  <a:pt x="452818" y="53200"/>
                </a:lnTo>
                <a:lnTo>
                  <a:pt x="417004" y="80124"/>
                </a:lnTo>
                <a:lnTo>
                  <a:pt x="386283" y="113766"/>
                </a:lnTo>
                <a:lnTo>
                  <a:pt x="361645" y="154914"/>
                </a:lnTo>
                <a:lnTo>
                  <a:pt x="344119" y="204050"/>
                </a:lnTo>
                <a:lnTo>
                  <a:pt x="339420" y="256374"/>
                </a:lnTo>
                <a:lnTo>
                  <a:pt x="348564" y="302590"/>
                </a:lnTo>
                <a:lnTo>
                  <a:pt x="372186" y="340690"/>
                </a:lnTo>
                <a:lnTo>
                  <a:pt x="410654" y="368871"/>
                </a:lnTo>
                <a:lnTo>
                  <a:pt x="460438" y="389572"/>
                </a:lnTo>
                <a:lnTo>
                  <a:pt x="509193" y="404558"/>
                </a:lnTo>
                <a:lnTo>
                  <a:pt x="595287" y="427024"/>
                </a:lnTo>
                <a:lnTo>
                  <a:pt x="628561" y="438962"/>
                </a:lnTo>
                <a:lnTo>
                  <a:pt x="652805" y="454583"/>
                </a:lnTo>
                <a:lnTo>
                  <a:pt x="665886" y="475919"/>
                </a:lnTo>
                <a:lnTo>
                  <a:pt x="665886" y="505498"/>
                </a:lnTo>
                <a:lnTo>
                  <a:pt x="650392" y="534962"/>
                </a:lnTo>
                <a:lnTo>
                  <a:pt x="622338" y="556044"/>
                </a:lnTo>
                <a:lnTo>
                  <a:pt x="588048" y="568744"/>
                </a:lnTo>
                <a:lnTo>
                  <a:pt x="553770" y="572935"/>
                </a:lnTo>
                <a:lnTo>
                  <a:pt x="509193" y="566458"/>
                </a:lnTo>
                <a:lnTo>
                  <a:pt x="477329" y="547662"/>
                </a:lnTo>
                <a:lnTo>
                  <a:pt x="460819" y="516801"/>
                </a:lnTo>
                <a:lnTo>
                  <a:pt x="461962" y="474649"/>
                </a:lnTo>
                <a:lnTo>
                  <a:pt x="275678" y="474649"/>
                </a:lnTo>
                <a:lnTo>
                  <a:pt x="269582" y="530771"/>
                </a:lnTo>
                <a:lnTo>
                  <a:pt x="274535" y="577634"/>
                </a:lnTo>
                <a:lnTo>
                  <a:pt x="289394" y="615670"/>
                </a:lnTo>
                <a:lnTo>
                  <a:pt x="313016" y="645833"/>
                </a:lnTo>
                <a:lnTo>
                  <a:pt x="344373" y="668807"/>
                </a:lnTo>
                <a:lnTo>
                  <a:pt x="382346" y="685393"/>
                </a:lnTo>
                <a:lnTo>
                  <a:pt x="425640" y="696302"/>
                </a:lnTo>
                <a:lnTo>
                  <a:pt x="473392" y="702297"/>
                </a:lnTo>
                <a:lnTo>
                  <a:pt x="524306" y="704126"/>
                </a:lnTo>
                <a:lnTo>
                  <a:pt x="575983" y="701598"/>
                </a:lnTo>
                <a:lnTo>
                  <a:pt x="626402" y="694029"/>
                </a:lnTo>
                <a:lnTo>
                  <a:pt x="674776" y="681329"/>
                </a:lnTo>
                <a:lnTo>
                  <a:pt x="719988" y="663460"/>
                </a:lnTo>
                <a:lnTo>
                  <a:pt x="761123" y="640334"/>
                </a:lnTo>
                <a:lnTo>
                  <a:pt x="797064" y="611911"/>
                </a:lnTo>
                <a:lnTo>
                  <a:pt x="826770" y="578142"/>
                </a:lnTo>
                <a:lnTo>
                  <a:pt x="849376" y="538899"/>
                </a:lnTo>
                <a:lnTo>
                  <a:pt x="863854" y="494334"/>
                </a:lnTo>
                <a:lnTo>
                  <a:pt x="869696" y="439470"/>
                </a:lnTo>
                <a:lnTo>
                  <a:pt x="862711" y="395922"/>
                </a:lnTo>
                <a:lnTo>
                  <a:pt x="845185" y="361886"/>
                </a:lnTo>
                <a:lnTo>
                  <a:pt x="786650" y="316306"/>
                </a:lnTo>
                <a:lnTo>
                  <a:pt x="749820" y="301574"/>
                </a:lnTo>
                <a:lnTo>
                  <a:pt x="710717" y="290271"/>
                </a:lnTo>
                <a:lnTo>
                  <a:pt x="634276" y="271475"/>
                </a:lnTo>
                <a:lnTo>
                  <a:pt x="598843" y="260692"/>
                </a:lnTo>
                <a:lnTo>
                  <a:pt x="566839" y="245833"/>
                </a:lnTo>
                <a:lnTo>
                  <a:pt x="545515" y="224243"/>
                </a:lnTo>
                <a:lnTo>
                  <a:pt x="541959" y="192874"/>
                </a:lnTo>
                <a:lnTo>
                  <a:pt x="553516" y="169011"/>
                </a:lnTo>
                <a:lnTo>
                  <a:pt x="575221" y="149326"/>
                </a:lnTo>
                <a:lnTo>
                  <a:pt x="603542" y="135991"/>
                </a:lnTo>
                <a:lnTo>
                  <a:pt x="635165" y="131038"/>
                </a:lnTo>
                <a:lnTo>
                  <a:pt x="657123" y="132435"/>
                </a:lnTo>
                <a:lnTo>
                  <a:pt x="702335" y="152628"/>
                </a:lnTo>
                <a:lnTo>
                  <a:pt x="716813" y="194144"/>
                </a:lnTo>
                <a:lnTo>
                  <a:pt x="714019" y="212559"/>
                </a:lnTo>
                <a:lnTo>
                  <a:pt x="900163" y="212559"/>
                </a:lnTo>
                <a:lnTo>
                  <a:pt x="909053" y="162407"/>
                </a:lnTo>
                <a:close/>
              </a:path>
              <a:path w="3695065" h="704215">
                <a:moveTo>
                  <a:pt x="1581797" y="14097"/>
                </a:moveTo>
                <a:lnTo>
                  <a:pt x="1069682" y="14097"/>
                </a:lnTo>
                <a:lnTo>
                  <a:pt x="926706" y="689927"/>
                </a:lnTo>
                <a:lnTo>
                  <a:pt x="1438948" y="689927"/>
                </a:lnTo>
                <a:lnTo>
                  <a:pt x="1466621" y="558838"/>
                </a:lnTo>
                <a:lnTo>
                  <a:pt x="1140790" y="558838"/>
                </a:lnTo>
                <a:lnTo>
                  <a:pt x="1171016" y="415607"/>
                </a:lnTo>
                <a:lnTo>
                  <a:pt x="1470812" y="415607"/>
                </a:lnTo>
                <a:lnTo>
                  <a:pt x="1498498" y="284683"/>
                </a:lnTo>
                <a:lnTo>
                  <a:pt x="1198575" y="284683"/>
                </a:lnTo>
                <a:lnTo>
                  <a:pt x="1228153" y="145135"/>
                </a:lnTo>
                <a:lnTo>
                  <a:pt x="1553984" y="145135"/>
                </a:lnTo>
                <a:lnTo>
                  <a:pt x="1581797" y="14097"/>
                </a:lnTo>
                <a:close/>
              </a:path>
              <a:path w="3695065" h="704215">
                <a:moveTo>
                  <a:pt x="2342527" y="14097"/>
                </a:moveTo>
                <a:lnTo>
                  <a:pt x="2175040" y="14097"/>
                </a:lnTo>
                <a:lnTo>
                  <a:pt x="2068766" y="515785"/>
                </a:lnTo>
                <a:lnTo>
                  <a:pt x="2066607" y="517690"/>
                </a:lnTo>
                <a:lnTo>
                  <a:pt x="1947748" y="14097"/>
                </a:lnTo>
                <a:lnTo>
                  <a:pt x="1687068" y="14097"/>
                </a:lnTo>
                <a:lnTo>
                  <a:pt x="1544078" y="689927"/>
                </a:lnTo>
                <a:lnTo>
                  <a:pt x="1711693" y="689927"/>
                </a:lnTo>
                <a:lnTo>
                  <a:pt x="1821154" y="172313"/>
                </a:lnTo>
                <a:lnTo>
                  <a:pt x="1823059" y="172313"/>
                </a:lnTo>
                <a:lnTo>
                  <a:pt x="1941779" y="689927"/>
                </a:lnTo>
                <a:lnTo>
                  <a:pt x="2199678" y="689927"/>
                </a:lnTo>
                <a:lnTo>
                  <a:pt x="2342527" y="14097"/>
                </a:lnTo>
                <a:close/>
              </a:path>
              <a:path w="3695065" h="704215">
                <a:moveTo>
                  <a:pt x="3026575" y="689927"/>
                </a:moveTo>
                <a:lnTo>
                  <a:pt x="3002699" y="557949"/>
                </a:lnTo>
                <a:lnTo>
                  <a:pt x="2978950" y="426897"/>
                </a:lnTo>
                <a:lnTo>
                  <a:pt x="2904159" y="14097"/>
                </a:lnTo>
                <a:lnTo>
                  <a:pt x="2781376" y="14097"/>
                </a:lnTo>
                <a:lnTo>
                  <a:pt x="2781376" y="426897"/>
                </a:lnTo>
                <a:lnTo>
                  <a:pt x="2601569" y="426897"/>
                </a:lnTo>
                <a:lnTo>
                  <a:pt x="2752293" y="146024"/>
                </a:lnTo>
                <a:lnTo>
                  <a:pt x="2755087" y="146024"/>
                </a:lnTo>
                <a:lnTo>
                  <a:pt x="2781376" y="426897"/>
                </a:lnTo>
                <a:lnTo>
                  <a:pt x="2781376" y="14097"/>
                </a:lnTo>
                <a:lnTo>
                  <a:pt x="2676868" y="14097"/>
                </a:lnTo>
                <a:lnTo>
                  <a:pt x="2268499" y="689927"/>
                </a:lnTo>
                <a:lnTo>
                  <a:pt x="2454783" y="689927"/>
                </a:lnTo>
                <a:lnTo>
                  <a:pt x="2526525" y="557949"/>
                </a:lnTo>
                <a:lnTo>
                  <a:pt x="2799410" y="557949"/>
                </a:lnTo>
                <a:lnTo>
                  <a:pt x="2816161" y="689927"/>
                </a:lnTo>
                <a:lnTo>
                  <a:pt x="3026575" y="689927"/>
                </a:lnTo>
                <a:close/>
              </a:path>
              <a:path w="3695065" h="704215">
                <a:moveTo>
                  <a:pt x="3426434" y="14097"/>
                </a:moveTo>
                <a:lnTo>
                  <a:pt x="3240278" y="14097"/>
                </a:lnTo>
                <a:lnTo>
                  <a:pt x="3097301" y="689927"/>
                </a:lnTo>
                <a:lnTo>
                  <a:pt x="3283585" y="689927"/>
                </a:lnTo>
                <a:lnTo>
                  <a:pt x="3426434" y="14097"/>
                </a:lnTo>
                <a:close/>
              </a:path>
              <a:path w="3695065" h="704215">
                <a:moveTo>
                  <a:pt x="3694861" y="664832"/>
                </a:moveTo>
                <a:lnTo>
                  <a:pt x="3496399" y="664832"/>
                </a:lnTo>
                <a:lnTo>
                  <a:pt x="3496399" y="689800"/>
                </a:lnTo>
                <a:lnTo>
                  <a:pt x="3694861" y="689800"/>
                </a:lnTo>
                <a:lnTo>
                  <a:pt x="3694861" y="664832"/>
                </a:lnTo>
                <a:close/>
              </a:path>
              <a:path w="3695065" h="704215">
                <a:moveTo>
                  <a:pt x="3694861" y="505193"/>
                </a:moveTo>
                <a:lnTo>
                  <a:pt x="3496399" y="505193"/>
                </a:lnTo>
                <a:lnTo>
                  <a:pt x="3496399" y="530136"/>
                </a:lnTo>
                <a:lnTo>
                  <a:pt x="3694861" y="530136"/>
                </a:lnTo>
                <a:lnTo>
                  <a:pt x="3694861" y="505193"/>
                </a:lnTo>
                <a:close/>
              </a:path>
              <a:path w="3695065" h="704215">
                <a:moveTo>
                  <a:pt x="3694861" y="339483"/>
                </a:moveTo>
                <a:lnTo>
                  <a:pt x="3496399" y="339483"/>
                </a:lnTo>
                <a:lnTo>
                  <a:pt x="3496399" y="364426"/>
                </a:lnTo>
                <a:lnTo>
                  <a:pt x="3694861" y="364426"/>
                </a:lnTo>
                <a:lnTo>
                  <a:pt x="3694861" y="339483"/>
                </a:lnTo>
                <a:close/>
              </a:path>
              <a:path w="3695065" h="704215">
                <a:moveTo>
                  <a:pt x="3694861" y="176149"/>
                </a:moveTo>
                <a:lnTo>
                  <a:pt x="3496399" y="176149"/>
                </a:lnTo>
                <a:lnTo>
                  <a:pt x="3496399" y="201129"/>
                </a:lnTo>
                <a:lnTo>
                  <a:pt x="3694861" y="201129"/>
                </a:lnTo>
                <a:lnTo>
                  <a:pt x="3694861" y="176149"/>
                </a:lnTo>
                <a:close/>
              </a:path>
              <a:path w="3695065" h="704215">
                <a:moveTo>
                  <a:pt x="3694861" y="16967"/>
                </a:moveTo>
                <a:lnTo>
                  <a:pt x="3496399" y="16967"/>
                </a:lnTo>
                <a:lnTo>
                  <a:pt x="3496399" y="41897"/>
                </a:lnTo>
                <a:lnTo>
                  <a:pt x="3694861" y="41897"/>
                </a:lnTo>
                <a:lnTo>
                  <a:pt x="3694861" y="169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961306" y="257014"/>
            <a:ext cx="1885314" cy="1884680"/>
          </a:xfrm>
          <a:custGeom>
            <a:avLst/>
            <a:gdLst/>
            <a:ahLst/>
            <a:cxnLst/>
            <a:rect l="l" t="t" r="r" b="b"/>
            <a:pathLst>
              <a:path w="1885315" h="1884680">
                <a:moveTo>
                  <a:pt x="47371" y="1860892"/>
                </a:moveTo>
                <a:lnTo>
                  <a:pt x="45466" y="1851621"/>
                </a:lnTo>
                <a:lnTo>
                  <a:pt x="40386" y="1844128"/>
                </a:lnTo>
                <a:lnTo>
                  <a:pt x="32893" y="1839048"/>
                </a:lnTo>
                <a:lnTo>
                  <a:pt x="23622" y="1837270"/>
                </a:lnTo>
                <a:lnTo>
                  <a:pt x="14478" y="1839048"/>
                </a:lnTo>
                <a:lnTo>
                  <a:pt x="6985" y="1844128"/>
                </a:lnTo>
                <a:lnTo>
                  <a:pt x="1905" y="1851621"/>
                </a:lnTo>
                <a:lnTo>
                  <a:pt x="0" y="1860892"/>
                </a:lnTo>
                <a:lnTo>
                  <a:pt x="1905" y="1870036"/>
                </a:lnTo>
                <a:lnTo>
                  <a:pt x="6985" y="1877656"/>
                </a:lnTo>
                <a:lnTo>
                  <a:pt x="14478" y="1882597"/>
                </a:lnTo>
                <a:lnTo>
                  <a:pt x="23622" y="1884502"/>
                </a:lnTo>
                <a:lnTo>
                  <a:pt x="32893" y="1882597"/>
                </a:lnTo>
                <a:lnTo>
                  <a:pt x="40386" y="1877656"/>
                </a:lnTo>
                <a:lnTo>
                  <a:pt x="45466" y="1870036"/>
                </a:lnTo>
                <a:lnTo>
                  <a:pt x="47371" y="1860892"/>
                </a:lnTo>
                <a:close/>
              </a:path>
              <a:path w="1885315" h="1884680">
                <a:moveTo>
                  <a:pt x="47371" y="1599057"/>
                </a:moveTo>
                <a:lnTo>
                  <a:pt x="45466" y="1588008"/>
                </a:lnTo>
                <a:lnTo>
                  <a:pt x="40386" y="1578991"/>
                </a:lnTo>
                <a:lnTo>
                  <a:pt x="32893" y="1572895"/>
                </a:lnTo>
                <a:lnTo>
                  <a:pt x="23622" y="1570736"/>
                </a:lnTo>
                <a:lnTo>
                  <a:pt x="14478" y="1572895"/>
                </a:lnTo>
                <a:lnTo>
                  <a:pt x="6985" y="1578991"/>
                </a:lnTo>
                <a:lnTo>
                  <a:pt x="1905" y="1588008"/>
                </a:lnTo>
                <a:lnTo>
                  <a:pt x="0" y="1599057"/>
                </a:lnTo>
                <a:lnTo>
                  <a:pt x="1905" y="1610106"/>
                </a:lnTo>
                <a:lnTo>
                  <a:pt x="6985" y="1619123"/>
                </a:lnTo>
                <a:lnTo>
                  <a:pt x="14478" y="1625219"/>
                </a:lnTo>
                <a:lnTo>
                  <a:pt x="23622" y="1627378"/>
                </a:lnTo>
                <a:lnTo>
                  <a:pt x="32893" y="1625219"/>
                </a:lnTo>
                <a:lnTo>
                  <a:pt x="40386" y="1619123"/>
                </a:lnTo>
                <a:lnTo>
                  <a:pt x="45466" y="1610106"/>
                </a:lnTo>
                <a:lnTo>
                  <a:pt x="47371" y="1599057"/>
                </a:lnTo>
                <a:close/>
              </a:path>
              <a:path w="1885315" h="1884680">
                <a:moveTo>
                  <a:pt x="47371" y="1337348"/>
                </a:moveTo>
                <a:lnTo>
                  <a:pt x="45466" y="1328077"/>
                </a:lnTo>
                <a:lnTo>
                  <a:pt x="40386" y="1320584"/>
                </a:lnTo>
                <a:lnTo>
                  <a:pt x="32893" y="1315516"/>
                </a:lnTo>
                <a:lnTo>
                  <a:pt x="23622" y="1313738"/>
                </a:lnTo>
                <a:lnTo>
                  <a:pt x="14478" y="1315516"/>
                </a:lnTo>
                <a:lnTo>
                  <a:pt x="6985" y="1320584"/>
                </a:lnTo>
                <a:lnTo>
                  <a:pt x="1905" y="1328077"/>
                </a:lnTo>
                <a:lnTo>
                  <a:pt x="0" y="1337348"/>
                </a:lnTo>
                <a:lnTo>
                  <a:pt x="1905" y="1346492"/>
                </a:lnTo>
                <a:lnTo>
                  <a:pt x="6985" y="1353985"/>
                </a:lnTo>
                <a:lnTo>
                  <a:pt x="14478" y="1359065"/>
                </a:lnTo>
                <a:lnTo>
                  <a:pt x="23622" y="1360970"/>
                </a:lnTo>
                <a:lnTo>
                  <a:pt x="32893" y="1359065"/>
                </a:lnTo>
                <a:lnTo>
                  <a:pt x="40386" y="1353985"/>
                </a:lnTo>
                <a:lnTo>
                  <a:pt x="45466" y="1346492"/>
                </a:lnTo>
                <a:lnTo>
                  <a:pt x="47371" y="1337348"/>
                </a:lnTo>
                <a:close/>
              </a:path>
              <a:path w="1885315" h="1884680">
                <a:moveTo>
                  <a:pt x="47371" y="1075512"/>
                </a:moveTo>
                <a:lnTo>
                  <a:pt x="45466" y="1064475"/>
                </a:lnTo>
                <a:lnTo>
                  <a:pt x="40386" y="1055458"/>
                </a:lnTo>
                <a:lnTo>
                  <a:pt x="32893" y="1049362"/>
                </a:lnTo>
                <a:lnTo>
                  <a:pt x="23622" y="1047076"/>
                </a:lnTo>
                <a:lnTo>
                  <a:pt x="14478" y="1049362"/>
                </a:lnTo>
                <a:lnTo>
                  <a:pt x="6985" y="1055458"/>
                </a:lnTo>
                <a:lnTo>
                  <a:pt x="1905" y="1064475"/>
                </a:lnTo>
                <a:lnTo>
                  <a:pt x="0" y="1075512"/>
                </a:lnTo>
                <a:lnTo>
                  <a:pt x="1905" y="1086561"/>
                </a:lnTo>
                <a:lnTo>
                  <a:pt x="6985" y="1095578"/>
                </a:lnTo>
                <a:lnTo>
                  <a:pt x="14478" y="1101674"/>
                </a:lnTo>
                <a:lnTo>
                  <a:pt x="23622" y="1103833"/>
                </a:lnTo>
                <a:lnTo>
                  <a:pt x="32893" y="1101674"/>
                </a:lnTo>
                <a:lnTo>
                  <a:pt x="40386" y="1095578"/>
                </a:lnTo>
                <a:lnTo>
                  <a:pt x="45466" y="1086561"/>
                </a:lnTo>
                <a:lnTo>
                  <a:pt x="47371" y="1075512"/>
                </a:lnTo>
                <a:close/>
              </a:path>
              <a:path w="1885315" h="1884680">
                <a:moveTo>
                  <a:pt x="47371" y="813816"/>
                </a:moveTo>
                <a:lnTo>
                  <a:pt x="45466" y="804545"/>
                </a:lnTo>
                <a:lnTo>
                  <a:pt x="40386" y="797052"/>
                </a:lnTo>
                <a:lnTo>
                  <a:pt x="32893" y="791972"/>
                </a:lnTo>
                <a:lnTo>
                  <a:pt x="23622" y="790067"/>
                </a:lnTo>
                <a:lnTo>
                  <a:pt x="14478" y="791972"/>
                </a:lnTo>
                <a:lnTo>
                  <a:pt x="6985" y="797052"/>
                </a:lnTo>
                <a:lnTo>
                  <a:pt x="1905" y="804545"/>
                </a:lnTo>
                <a:lnTo>
                  <a:pt x="0" y="813816"/>
                </a:lnTo>
                <a:lnTo>
                  <a:pt x="1905" y="822960"/>
                </a:lnTo>
                <a:lnTo>
                  <a:pt x="6985" y="830453"/>
                </a:lnTo>
                <a:lnTo>
                  <a:pt x="14478" y="835520"/>
                </a:lnTo>
                <a:lnTo>
                  <a:pt x="23622" y="837425"/>
                </a:lnTo>
                <a:lnTo>
                  <a:pt x="32893" y="835520"/>
                </a:lnTo>
                <a:lnTo>
                  <a:pt x="40386" y="830453"/>
                </a:lnTo>
                <a:lnTo>
                  <a:pt x="45466" y="822960"/>
                </a:lnTo>
                <a:lnTo>
                  <a:pt x="47371" y="813816"/>
                </a:lnTo>
                <a:close/>
              </a:path>
              <a:path w="1885315" h="1884680">
                <a:moveTo>
                  <a:pt x="47371" y="551980"/>
                </a:moveTo>
                <a:lnTo>
                  <a:pt x="45466" y="540931"/>
                </a:lnTo>
                <a:lnTo>
                  <a:pt x="40386" y="531914"/>
                </a:lnTo>
                <a:lnTo>
                  <a:pt x="32893" y="525818"/>
                </a:lnTo>
                <a:lnTo>
                  <a:pt x="23622" y="523532"/>
                </a:lnTo>
                <a:lnTo>
                  <a:pt x="14478" y="525818"/>
                </a:lnTo>
                <a:lnTo>
                  <a:pt x="6985" y="531914"/>
                </a:lnTo>
                <a:lnTo>
                  <a:pt x="1905" y="540931"/>
                </a:lnTo>
                <a:lnTo>
                  <a:pt x="0" y="551980"/>
                </a:lnTo>
                <a:lnTo>
                  <a:pt x="1905" y="563029"/>
                </a:lnTo>
                <a:lnTo>
                  <a:pt x="6985" y="572046"/>
                </a:lnTo>
                <a:lnTo>
                  <a:pt x="14478" y="578142"/>
                </a:lnTo>
                <a:lnTo>
                  <a:pt x="23622" y="580301"/>
                </a:lnTo>
                <a:lnTo>
                  <a:pt x="32893" y="578142"/>
                </a:lnTo>
                <a:lnTo>
                  <a:pt x="40386" y="572046"/>
                </a:lnTo>
                <a:lnTo>
                  <a:pt x="45466" y="563029"/>
                </a:lnTo>
                <a:lnTo>
                  <a:pt x="47371" y="551980"/>
                </a:lnTo>
                <a:close/>
              </a:path>
              <a:path w="1885315" h="1884680">
                <a:moveTo>
                  <a:pt x="47371" y="294970"/>
                </a:moveTo>
                <a:lnTo>
                  <a:pt x="45466" y="283921"/>
                </a:lnTo>
                <a:lnTo>
                  <a:pt x="40386" y="274904"/>
                </a:lnTo>
                <a:lnTo>
                  <a:pt x="32893" y="268820"/>
                </a:lnTo>
                <a:lnTo>
                  <a:pt x="23622" y="266534"/>
                </a:lnTo>
                <a:lnTo>
                  <a:pt x="14478" y="268820"/>
                </a:lnTo>
                <a:lnTo>
                  <a:pt x="6985" y="274904"/>
                </a:lnTo>
                <a:lnTo>
                  <a:pt x="1905" y="283921"/>
                </a:lnTo>
                <a:lnTo>
                  <a:pt x="0" y="294970"/>
                </a:lnTo>
                <a:lnTo>
                  <a:pt x="1905" y="306019"/>
                </a:lnTo>
                <a:lnTo>
                  <a:pt x="6985" y="315036"/>
                </a:lnTo>
                <a:lnTo>
                  <a:pt x="14478" y="321005"/>
                </a:lnTo>
                <a:lnTo>
                  <a:pt x="23622" y="323291"/>
                </a:lnTo>
                <a:lnTo>
                  <a:pt x="32893" y="321005"/>
                </a:lnTo>
                <a:lnTo>
                  <a:pt x="40386" y="315036"/>
                </a:lnTo>
                <a:lnTo>
                  <a:pt x="45466" y="306019"/>
                </a:lnTo>
                <a:lnTo>
                  <a:pt x="47371" y="294970"/>
                </a:lnTo>
                <a:close/>
              </a:path>
              <a:path w="1885315" h="1884680">
                <a:moveTo>
                  <a:pt x="47371" y="28448"/>
                </a:moveTo>
                <a:lnTo>
                  <a:pt x="45466" y="17399"/>
                </a:lnTo>
                <a:lnTo>
                  <a:pt x="40386" y="8382"/>
                </a:lnTo>
                <a:lnTo>
                  <a:pt x="32893" y="2286"/>
                </a:lnTo>
                <a:lnTo>
                  <a:pt x="23622" y="0"/>
                </a:lnTo>
                <a:lnTo>
                  <a:pt x="14478" y="2286"/>
                </a:lnTo>
                <a:lnTo>
                  <a:pt x="6985" y="8382"/>
                </a:lnTo>
                <a:lnTo>
                  <a:pt x="1905" y="17399"/>
                </a:lnTo>
                <a:lnTo>
                  <a:pt x="0" y="28448"/>
                </a:lnTo>
                <a:lnTo>
                  <a:pt x="1905" y="39357"/>
                </a:lnTo>
                <a:lnTo>
                  <a:pt x="6985" y="48374"/>
                </a:lnTo>
                <a:lnTo>
                  <a:pt x="14478" y="54470"/>
                </a:lnTo>
                <a:lnTo>
                  <a:pt x="23622" y="56756"/>
                </a:lnTo>
                <a:lnTo>
                  <a:pt x="32893" y="54470"/>
                </a:lnTo>
                <a:lnTo>
                  <a:pt x="40386" y="48374"/>
                </a:lnTo>
                <a:lnTo>
                  <a:pt x="45466" y="39357"/>
                </a:lnTo>
                <a:lnTo>
                  <a:pt x="47371" y="28448"/>
                </a:lnTo>
                <a:close/>
              </a:path>
              <a:path w="1885315" h="1884680">
                <a:moveTo>
                  <a:pt x="313893" y="1860892"/>
                </a:moveTo>
                <a:lnTo>
                  <a:pt x="311607" y="1851621"/>
                </a:lnTo>
                <a:lnTo>
                  <a:pt x="305638" y="1844128"/>
                </a:lnTo>
                <a:lnTo>
                  <a:pt x="296621" y="1839048"/>
                </a:lnTo>
                <a:lnTo>
                  <a:pt x="285457" y="1837270"/>
                </a:lnTo>
                <a:lnTo>
                  <a:pt x="274408" y="1839048"/>
                </a:lnTo>
                <a:lnTo>
                  <a:pt x="265391" y="1844128"/>
                </a:lnTo>
                <a:lnTo>
                  <a:pt x="259422" y="1851621"/>
                </a:lnTo>
                <a:lnTo>
                  <a:pt x="257136" y="1860892"/>
                </a:lnTo>
                <a:lnTo>
                  <a:pt x="259422" y="1870036"/>
                </a:lnTo>
                <a:lnTo>
                  <a:pt x="265391" y="1877656"/>
                </a:lnTo>
                <a:lnTo>
                  <a:pt x="274408" y="1882597"/>
                </a:lnTo>
                <a:lnTo>
                  <a:pt x="285457" y="1884502"/>
                </a:lnTo>
                <a:lnTo>
                  <a:pt x="296621" y="1882597"/>
                </a:lnTo>
                <a:lnTo>
                  <a:pt x="305638" y="1877656"/>
                </a:lnTo>
                <a:lnTo>
                  <a:pt x="311607" y="1870036"/>
                </a:lnTo>
                <a:lnTo>
                  <a:pt x="313893" y="1860892"/>
                </a:lnTo>
                <a:close/>
              </a:path>
              <a:path w="1885315" h="1884680">
                <a:moveTo>
                  <a:pt x="313893" y="1599057"/>
                </a:moveTo>
                <a:lnTo>
                  <a:pt x="311607" y="1588008"/>
                </a:lnTo>
                <a:lnTo>
                  <a:pt x="305638" y="1578991"/>
                </a:lnTo>
                <a:lnTo>
                  <a:pt x="296621" y="1572895"/>
                </a:lnTo>
                <a:lnTo>
                  <a:pt x="285457" y="1570736"/>
                </a:lnTo>
                <a:lnTo>
                  <a:pt x="274408" y="1572895"/>
                </a:lnTo>
                <a:lnTo>
                  <a:pt x="265391" y="1578991"/>
                </a:lnTo>
                <a:lnTo>
                  <a:pt x="259422" y="1588008"/>
                </a:lnTo>
                <a:lnTo>
                  <a:pt x="257136" y="1599057"/>
                </a:lnTo>
                <a:lnTo>
                  <a:pt x="259422" y="1610106"/>
                </a:lnTo>
                <a:lnTo>
                  <a:pt x="265391" y="1619123"/>
                </a:lnTo>
                <a:lnTo>
                  <a:pt x="274408" y="1625219"/>
                </a:lnTo>
                <a:lnTo>
                  <a:pt x="285457" y="1627378"/>
                </a:lnTo>
                <a:lnTo>
                  <a:pt x="296621" y="1625219"/>
                </a:lnTo>
                <a:lnTo>
                  <a:pt x="305638" y="1619123"/>
                </a:lnTo>
                <a:lnTo>
                  <a:pt x="311607" y="1610106"/>
                </a:lnTo>
                <a:lnTo>
                  <a:pt x="313893" y="1599057"/>
                </a:lnTo>
                <a:close/>
              </a:path>
              <a:path w="1885315" h="1884680">
                <a:moveTo>
                  <a:pt x="313893" y="1337348"/>
                </a:moveTo>
                <a:lnTo>
                  <a:pt x="311607" y="1328077"/>
                </a:lnTo>
                <a:lnTo>
                  <a:pt x="305638" y="1320584"/>
                </a:lnTo>
                <a:lnTo>
                  <a:pt x="296621" y="1315516"/>
                </a:lnTo>
                <a:lnTo>
                  <a:pt x="285457" y="1313738"/>
                </a:lnTo>
                <a:lnTo>
                  <a:pt x="274408" y="1315516"/>
                </a:lnTo>
                <a:lnTo>
                  <a:pt x="265391" y="1320584"/>
                </a:lnTo>
                <a:lnTo>
                  <a:pt x="259422" y="1328077"/>
                </a:lnTo>
                <a:lnTo>
                  <a:pt x="257136" y="1337348"/>
                </a:lnTo>
                <a:lnTo>
                  <a:pt x="259422" y="1346492"/>
                </a:lnTo>
                <a:lnTo>
                  <a:pt x="265391" y="1353985"/>
                </a:lnTo>
                <a:lnTo>
                  <a:pt x="274408" y="1359065"/>
                </a:lnTo>
                <a:lnTo>
                  <a:pt x="285457" y="1360970"/>
                </a:lnTo>
                <a:lnTo>
                  <a:pt x="296621" y="1359065"/>
                </a:lnTo>
                <a:lnTo>
                  <a:pt x="305638" y="1353985"/>
                </a:lnTo>
                <a:lnTo>
                  <a:pt x="311607" y="1346492"/>
                </a:lnTo>
                <a:lnTo>
                  <a:pt x="313893" y="1337348"/>
                </a:lnTo>
                <a:close/>
              </a:path>
              <a:path w="1885315" h="1884680">
                <a:moveTo>
                  <a:pt x="313893" y="1075512"/>
                </a:moveTo>
                <a:lnTo>
                  <a:pt x="311607" y="1064475"/>
                </a:lnTo>
                <a:lnTo>
                  <a:pt x="305638" y="1055458"/>
                </a:lnTo>
                <a:lnTo>
                  <a:pt x="296621" y="1049362"/>
                </a:lnTo>
                <a:lnTo>
                  <a:pt x="285457" y="1047076"/>
                </a:lnTo>
                <a:lnTo>
                  <a:pt x="274408" y="1049362"/>
                </a:lnTo>
                <a:lnTo>
                  <a:pt x="265391" y="1055458"/>
                </a:lnTo>
                <a:lnTo>
                  <a:pt x="259422" y="1064475"/>
                </a:lnTo>
                <a:lnTo>
                  <a:pt x="257136" y="1075512"/>
                </a:lnTo>
                <a:lnTo>
                  <a:pt x="259422" y="1086561"/>
                </a:lnTo>
                <a:lnTo>
                  <a:pt x="265391" y="1095578"/>
                </a:lnTo>
                <a:lnTo>
                  <a:pt x="274408" y="1101674"/>
                </a:lnTo>
                <a:lnTo>
                  <a:pt x="285457" y="1103833"/>
                </a:lnTo>
                <a:lnTo>
                  <a:pt x="296621" y="1101674"/>
                </a:lnTo>
                <a:lnTo>
                  <a:pt x="305638" y="1095578"/>
                </a:lnTo>
                <a:lnTo>
                  <a:pt x="311607" y="1086561"/>
                </a:lnTo>
                <a:lnTo>
                  <a:pt x="313893" y="1075512"/>
                </a:lnTo>
                <a:close/>
              </a:path>
              <a:path w="1885315" h="1884680">
                <a:moveTo>
                  <a:pt x="313893" y="813816"/>
                </a:moveTo>
                <a:lnTo>
                  <a:pt x="311607" y="804545"/>
                </a:lnTo>
                <a:lnTo>
                  <a:pt x="305638" y="797052"/>
                </a:lnTo>
                <a:lnTo>
                  <a:pt x="296621" y="791972"/>
                </a:lnTo>
                <a:lnTo>
                  <a:pt x="285457" y="790067"/>
                </a:lnTo>
                <a:lnTo>
                  <a:pt x="274408" y="791972"/>
                </a:lnTo>
                <a:lnTo>
                  <a:pt x="265391" y="797052"/>
                </a:lnTo>
                <a:lnTo>
                  <a:pt x="259422" y="804545"/>
                </a:lnTo>
                <a:lnTo>
                  <a:pt x="257136" y="813816"/>
                </a:lnTo>
                <a:lnTo>
                  <a:pt x="259422" y="822960"/>
                </a:lnTo>
                <a:lnTo>
                  <a:pt x="265391" y="830453"/>
                </a:lnTo>
                <a:lnTo>
                  <a:pt x="274408" y="835520"/>
                </a:lnTo>
                <a:lnTo>
                  <a:pt x="285457" y="837425"/>
                </a:lnTo>
                <a:lnTo>
                  <a:pt x="296621" y="835520"/>
                </a:lnTo>
                <a:lnTo>
                  <a:pt x="305638" y="830453"/>
                </a:lnTo>
                <a:lnTo>
                  <a:pt x="311607" y="822960"/>
                </a:lnTo>
                <a:lnTo>
                  <a:pt x="313893" y="813816"/>
                </a:lnTo>
                <a:close/>
              </a:path>
              <a:path w="1885315" h="1884680">
                <a:moveTo>
                  <a:pt x="313893" y="551980"/>
                </a:moveTo>
                <a:lnTo>
                  <a:pt x="311607" y="540931"/>
                </a:lnTo>
                <a:lnTo>
                  <a:pt x="305638" y="531914"/>
                </a:lnTo>
                <a:lnTo>
                  <a:pt x="296621" y="525818"/>
                </a:lnTo>
                <a:lnTo>
                  <a:pt x="285457" y="523532"/>
                </a:lnTo>
                <a:lnTo>
                  <a:pt x="274408" y="525818"/>
                </a:lnTo>
                <a:lnTo>
                  <a:pt x="265391" y="531914"/>
                </a:lnTo>
                <a:lnTo>
                  <a:pt x="259422" y="540931"/>
                </a:lnTo>
                <a:lnTo>
                  <a:pt x="257136" y="551980"/>
                </a:lnTo>
                <a:lnTo>
                  <a:pt x="259422" y="563029"/>
                </a:lnTo>
                <a:lnTo>
                  <a:pt x="265391" y="572046"/>
                </a:lnTo>
                <a:lnTo>
                  <a:pt x="274408" y="578142"/>
                </a:lnTo>
                <a:lnTo>
                  <a:pt x="285457" y="580301"/>
                </a:lnTo>
                <a:lnTo>
                  <a:pt x="296621" y="578142"/>
                </a:lnTo>
                <a:lnTo>
                  <a:pt x="305638" y="572046"/>
                </a:lnTo>
                <a:lnTo>
                  <a:pt x="311607" y="563029"/>
                </a:lnTo>
                <a:lnTo>
                  <a:pt x="313893" y="551980"/>
                </a:lnTo>
                <a:close/>
              </a:path>
              <a:path w="1885315" h="1884680">
                <a:moveTo>
                  <a:pt x="313893" y="294970"/>
                </a:moveTo>
                <a:lnTo>
                  <a:pt x="311607" y="283921"/>
                </a:lnTo>
                <a:lnTo>
                  <a:pt x="305638" y="274904"/>
                </a:lnTo>
                <a:lnTo>
                  <a:pt x="296621" y="268820"/>
                </a:lnTo>
                <a:lnTo>
                  <a:pt x="285457" y="266534"/>
                </a:lnTo>
                <a:lnTo>
                  <a:pt x="274408" y="268820"/>
                </a:lnTo>
                <a:lnTo>
                  <a:pt x="265391" y="274904"/>
                </a:lnTo>
                <a:lnTo>
                  <a:pt x="259422" y="283921"/>
                </a:lnTo>
                <a:lnTo>
                  <a:pt x="257136" y="294970"/>
                </a:lnTo>
                <a:lnTo>
                  <a:pt x="259422" y="306019"/>
                </a:lnTo>
                <a:lnTo>
                  <a:pt x="265391" y="315036"/>
                </a:lnTo>
                <a:lnTo>
                  <a:pt x="274408" y="321005"/>
                </a:lnTo>
                <a:lnTo>
                  <a:pt x="285457" y="323291"/>
                </a:lnTo>
                <a:lnTo>
                  <a:pt x="296621" y="321005"/>
                </a:lnTo>
                <a:lnTo>
                  <a:pt x="305638" y="315036"/>
                </a:lnTo>
                <a:lnTo>
                  <a:pt x="311607" y="306019"/>
                </a:lnTo>
                <a:lnTo>
                  <a:pt x="313893" y="294970"/>
                </a:lnTo>
                <a:close/>
              </a:path>
              <a:path w="1885315" h="1884680">
                <a:moveTo>
                  <a:pt x="313893" y="28448"/>
                </a:moveTo>
                <a:lnTo>
                  <a:pt x="311607" y="17399"/>
                </a:lnTo>
                <a:lnTo>
                  <a:pt x="305638" y="8382"/>
                </a:lnTo>
                <a:lnTo>
                  <a:pt x="296621" y="2286"/>
                </a:lnTo>
                <a:lnTo>
                  <a:pt x="285457" y="0"/>
                </a:lnTo>
                <a:lnTo>
                  <a:pt x="274408" y="2286"/>
                </a:lnTo>
                <a:lnTo>
                  <a:pt x="265391" y="8382"/>
                </a:lnTo>
                <a:lnTo>
                  <a:pt x="259422" y="17399"/>
                </a:lnTo>
                <a:lnTo>
                  <a:pt x="257136" y="28448"/>
                </a:lnTo>
                <a:lnTo>
                  <a:pt x="259422" y="39357"/>
                </a:lnTo>
                <a:lnTo>
                  <a:pt x="265391" y="48374"/>
                </a:lnTo>
                <a:lnTo>
                  <a:pt x="274408" y="54470"/>
                </a:lnTo>
                <a:lnTo>
                  <a:pt x="285457" y="56756"/>
                </a:lnTo>
                <a:lnTo>
                  <a:pt x="296621" y="54470"/>
                </a:lnTo>
                <a:lnTo>
                  <a:pt x="305638" y="48374"/>
                </a:lnTo>
                <a:lnTo>
                  <a:pt x="311607" y="39357"/>
                </a:lnTo>
                <a:lnTo>
                  <a:pt x="313893" y="28448"/>
                </a:lnTo>
                <a:close/>
              </a:path>
              <a:path w="1885315" h="1884680">
                <a:moveTo>
                  <a:pt x="571030" y="1860892"/>
                </a:moveTo>
                <a:lnTo>
                  <a:pt x="569252" y="1851621"/>
                </a:lnTo>
                <a:lnTo>
                  <a:pt x="564172" y="1844128"/>
                </a:lnTo>
                <a:lnTo>
                  <a:pt x="556679" y="1839048"/>
                </a:lnTo>
                <a:lnTo>
                  <a:pt x="547408" y="1837270"/>
                </a:lnTo>
                <a:lnTo>
                  <a:pt x="538264" y="1839048"/>
                </a:lnTo>
                <a:lnTo>
                  <a:pt x="530783" y="1844128"/>
                </a:lnTo>
                <a:lnTo>
                  <a:pt x="525703" y="1851621"/>
                </a:lnTo>
                <a:lnTo>
                  <a:pt x="523798" y="1860892"/>
                </a:lnTo>
                <a:lnTo>
                  <a:pt x="525703" y="1870036"/>
                </a:lnTo>
                <a:lnTo>
                  <a:pt x="530783" y="1877656"/>
                </a:lnTo>
                <a:lnTo>
                  <a:pt x="538264" y="1882597"/>
                </a:lnTo>
                <a:lnTo>
                  <a:pt x="547408" y="1884502"/>
                </a:lnTo>
                <a:lnTo>
                  <a:pt x="556679" y="1882597"/>
                </a:lnTo>
                <a:lnTo>
                  <a:pt x="564172" y="1877656"/>
                </a:lnTo>
                <a:lnTo>
                  <a:pt x="569252" y="1870036"/>
                </a:lnTo>
                <a:lnTo>
                  <a:pt x="571030" y="1860892"/>
                </a:lnTo>
                <a:close/>
              </a:path>
              <a:path w="1885315" h="1884680">
                <a:moveTo>
                  <a:pt x="571030" y="1599057"/>
                </a:moveTo>
                <a:lnTo>
                  <a:pt x="569252" y="1588008"/>
                </a:lnTo>
                <a:lnTo>
                  <a:pt x="564172" y="1578991"/>
                </a:lnTo>
                <a:lnTo>
                  <a:pt x="556679" y="1572895"/>
                </a:lnTo>
                <a:lnTo>
                  <a:pt x="547408" y="1570736"/>
                </a:lnTo>
                <a:lnTo>
                  <a:pt x="538264" y="1572895"/>
                </a:lnTo>
                <a:lnTo>
                  <a:pt x="530783" y="1578991"/>
                </a:lnTo>
                <a:lnTo>
                  <a:pt x="525703" y="1588008"/>
                </a:lnTo>
                <a:lnTo>
                  <a:pt x="523798" y="1599057"/>
                </a:lnTo>
                <a:lnTo>
                  <a:pt x="525703" y="1610106"/>
                </a:lnTo>
                <a:lnTo>
                  <a:pt x="530783" y="1619123"/>
                </a:lnTo>
                <a:lnTo>
                  <a:pt x="538264" y="1625219"/>
                </a:lnTo>
                <a:lnTo>
                  <a:pt x="547408" y="1627378"/>
                </a:lnTo>
                <a:lnTo>
                  <a:pt x="556679" y="1625219"/>
                </a:lnTo>
                <a:lnTo>
                  <a:pt x="564172" y="1619123"/>
                </a:lnTo>
                <a:lnTo>
                  <a:pt x="569252" y="1610106"/>
                </a:lnTo>
                <a:lnTo>
                  <a:pt x="571030" y="1599057"/>
                </a:lnTo>
                <a:close/>
              </a:path>
              <a:path w="1885315" h="1884680">
                <a:moveTo>
                  <a:pt x="571030" y="1337348"/>
                </a:moveTo>
                <a:lnTo>
                  <a:pt x="569252" y="1328077"/>
                </a:lnTo>
                <a:lnTo>
                  <a:pt x="564172" y="1320584"/>
                </a:lnTo>
                <a:lnTo>
                  <a:pt x="556679" y="1315516"/>
                </a:lnTo>
                <a:lnTo>
                  <a:pt x="547408" y="1313738"/>
                </a:lnTo>
                <a:lnTo>
                  <a:pt x="538264" y="1315516"/>
                </a:lnTo>
                <a:lnTo>
                  <a:pt x="530783" y="1320584"/>
                </a:lnTo>
                <a:lnTo>
                  <a:pt x="525703" y="1328077"/>
                </a:lnTo>
                <a:lnTo>
                  <a:pt x="523798" y="1337348"/>
                </a:lnTo>
                <a:lnTo>
                  <a:pt x="525703" y="1346492"/>
                </a:lnTo>
                <a:lnTo>
                  <a:pt x="530783" y="1353985"/>
                </a:lnTo>
                <a:lnTo>
                  <a:pt x="538264" y="1359065"/>
                </a:lnTo>
                <a:lnTo>
                  <a:pt x="547408" y="1360970"/>
                </a:lnTo>
                <a:lnTo>
                  <a:pt x="556679" y="1359065"/>
                </a:lnTo>
                <a:lnTo>
                  <a:pt x="564172" y="1353985"/>
                </a:lnTo>
                <a:lnTo>
                  <a:pt x="569252" y="1346492"/>
                </a:lnTo>
                <a:lnTo>
                  <a:pt x="571030" y="1337348"/>
                </a:lnTo>
                <a:close/>
              </a:path>
              <a:path w="1885315" h="1884680">
                <a:moveTo>
                  <a:pt x="571030" y="1075512"/>
                </a:moveTo>
                <a:lnTo>
                  <a:pt x="569252" y="1064475"/>
                </a:lnTo>
                <a:lnTo>
                  <a:pt x="564172" y="1055458"/>
                </a:lnTo>
                <a:lnTo>
                  <a:pt x="556679" y="1049362"/>
                </a:lnTo>
                <a:lnTo>
                  <a:pt x="547408" y="1047076"/>
                </a:lnTo>
                <a:lnTo>
                  <a:pt x="538264" y="1049362"/>
                </a:lnTo>
                <a:lnTo>
                  <a:pt x="530783" y="1055458"/>
                </a:lnTo>
                <a:lnTo>
                  <a:pt x="525703" y="1064475"/>
                </a:lnTo>
                <a:lnTo>
                  <a:pt x="523798" y="1075512"/>
                </a:lnTo>
                <a:lnTo>
                  <a:pt x="525703" y="1086561"/>
                </a:lnTo>
                <a:lnTo>
                  <a:pt x="530783" y="1095578"/>
                </a:lnTo>
                <a:lnTo>
                  <a:pt x="538264" y="1101674"/>
                </a:lnTo>
                <a:lnTo>
                  <a:pt x="547408" y="1103833"/>
                </a:lnTo>
                <a:lnTo>
                  <a:pt x="556679" y="1101674"/>
                </a:lnTo>
                <a:lnTo>
                  <a:pt x="564172" y="1095578"/>
                </a:lnTo>
                <a:lnTo>
                  <a:pt x="569252" y="1086561"/>
                </a:lnTo>
                <a:lnTo>
                  <a:pt x="571030" y="1075512"/>
                </a:lnTo>
                <a:close/>
              </a:path>
              <a:path w="1885315" h="1884680">
                <a:moveTo>
                  <a:pt x="571030" y="813816"/>
                </a:moveTo>
                <a:lnTo>
                  <a:pt x="569252" y="804545"/>
                </a:lnTo>
                <a:lnTo>
                  <a:pt x="564172" y="797052"/>
                </a:lnTo>
                <a:lnTo>
                  <a:pt x="556679" y="791972"/>
                </a:lnTo>
                <a:lnTo>
                  <a:pt x="547408" y="790067"/>
                </a:lnTo>
                <a:lnTo>
                  <a:pt x="538264" y="791972"/>
                </a:lnTo>
                <a:lnTo>
                  <a:pt x="530783" y="797052"/>
                </a:lnTo>
                <a:lnTo>
                  <a:pt x="525703" y="804545"/>
                </a:lnTo>
                <a:lnTo>
                  <a:pt x="523798" y="813816"/>
                </a:lnTo>
                <a:lnTo>
                  <a:pt x="525703" y="822960"/>
                </a:lnTo>
                <a:lnTo>
                  <a:pt x="530783" y="830453"/>
                </a:lnTo>
                <a:lnTo>
                  <a:pt x="538264" y="835520"/>
                </a:lnTo>
                <a:lnTo>
                  <a:pt x="547408" y="837425"/>
                </a:lnTo>
                <a:lnTo>
                  <a:pt x="556679" y="835520"/>
                </a:lnTo>
                <a:lnTo>
                  <a:pt x="564172" y="830453"/>
                </a:lnTo>
                <a:lnTo>
                  <a:pt x="569252" y="822960"/>
                </a:lnTo>
                <a:lnTo>
                  <a:pt x="571030" y="813816"/>
                </a:lnTo>
                <a:close/>
              </a:path>
              <a:path w="1885315" h="1884680">
                <a:moveTo>
                  <a:pt x="571030" y="551980"/>
                </a:moveTo>
                <a:lnTo>
                  <a:pt x="569252" y="540931"/>
                </a:lnTo>
                <a:lnTo>
                  <a:pt x="564172" y="531914"/>
                </a:lnTo>
                <a:lnTo>
                  <a:pt x="556679" y="525818"/>
                </a:lnTo>
                <a:lnTo>
                  <a:pt x="547408" y="523532"/>
                </a:lnTo>
                <a:lnTo>
                  <a:pt x="538264" y="525818"/>
                </a:lnTo>
                <a:lnTo>
                  <a:pt x="530783" y="531914"/>
                </a:lnTo>
                <a:lnTo>
                  <a:pt x="525703" y="540931"/>
                </a:lnTo>
                <a:lnTo>
                  <a:pt x="523798" y="551980"/>
                </a:lnTo>
                <a:lnTo>
                  <a:pt x="525703" y="563029"/>
                </a:lnTo>
                <a:lnTo>
                  <a:pt x="530783" y="572046"/>
                </a:lnTo>
                <a:lnTo>
                  <a:pt x="538264" y="578142"/>
                </a:lnTo>
                <a:lnTo>
                  <a:pt x="547408" y="580301"/>
                </a:lnTo>
                <a:lnTo>
                  <a:pt x="556679" y="578142"/>
                </a:lnTo>
                <a:lnTo>
                  <a:pt x="564172" y="572046"/>
                </a:lnTo>
                <a:lnTo>
                  <a:pt x="569252" y="563029"/>
                </a:lnTo>
                <a:lnTo>
                  <a:pt x="571030" y="551980"/>
                </a:lnTo>
                <a:close/>
              </a:path>
              <a:path w="1885315" h="1884680">
                <a:moveTo>
                  <a:pt x="571030" y="294970"/>
                </a:moveTo>
                <a:lnTo>
                  <a:pt x="569252" y="283921"/>
                </a:lnTo>
                <a:lnTo>
                  <a:pt x="564172" y="274904"/>
                </a:lnTo>
                <a:lnTo>
                  <a:pt x="556679" y="268820"/>
                </a:lnTo>
                <a:lnTo>
                  <a:pt x="547408" y="266534"/>
                </a:lnTo>
                <a:lnTo>
                  <a:pt x="538264" y="268820"/>
                </a:lnTo>
                <a:lnTo>
                  <a:pt x="530783" y="274904"/>
                </a:lnTo>
                <a:lnTo>
                  <a:pt x="525703" y="283921"/>
                </a:lnTo>
                <a:lnTo>
                  <a:pt x="523798" y="294970"/>
                </a:lnTo>
                <a:lnTo>
                  <a:pt x="525703" y="306019"/>
                </a:lnTo>
                <a:lnTo>
                  <a:pt x="530783" y="315036"/>
                </a:lnTo>
                <a:lnTo>
                  <a:pt x="538264" y="321005"/>
                </a:lnTo>
                <a:lnTo>
                  <a:pt x="547408" y="323291"/>
                </a:lnTo>
                <a:lnTo>
                  <a:pt x="556679" y="321005"/>
                </a:lnTo>
                <a:lnTo>
                  <a:pt x="564172" y="315036"/>
                </a:lnTo>
                <a:lnTo>
                  <a:pt x="569252" y="306019"/>
                </a:lnTo>
                <a:lnTo>
                  <a:pt x="571030" y="294970"/>
                </a:lnTo>
                <a:close/>
              </a:path>
              <a:path w="1885315" h="1884680">
                <a:moveTo>
                  <a:pt x="571030" y="28448"/>
                </a:moveTo>
                <a:lnTo>
                  <a:pt x="569252" y="17399"/>
                </a:lnTo>
                <a:lnTo>
                  <a:pt x="564172" y="8382"/>
                </a:lnTo>
                <a:lnTo>
                  <a:pt x="556679" y="2286"/>
                </a:lnTo>
                <a:lnTo>
                  <a:pt x="547408" y="0"/>
                </a:lnTo>
                <a:lnTo>
                  <a:pt x="538264" y="2286"/>
                </a:lnTo>
                <a:lnTo>
                  <a:pt x="530783" y="8382"/>
                </a:lnTo>
                <a:lnTo>
                  <a:pt x="525703" y="17399"/>
                </a:lnTo>
                <a:lnTo>
                  <a:pt x="523798" y="28448"/>
                </a:lnTo>
                <a:lnTo>
                  <a:pt x="525703" y="39357"/>
                </a:lnTo>
                <a:lnTo>
                  <a:pt x="530783" y="48374"/>
                </a:lnTo>
                <a:lnTo>
                  <a:pt x="538264" y="54470"/>
                </a:lnTo>
                <a:lnTo>
                  <a:pt x="547408" y="56756"/>
                </a:lnTo>
                <a:lnTo>
                  <a:pt x="556679" y="54470"/>
                </a:lnTo>
                <a:lnTo>
                  <a:pt x="564172" y="48374"/>
                </a:lnTo>
                <a:lnTo>
                  <a:pt x="569252" y="39357"/>
                </a:lnTo>
                <a:lnTo>
                  <a:pt x="571030" y="28448"/>
                </a:lnTo>
                <a:close/>
              </a:path>
              <a:path w="1885315" h="1884680">
                <a:moveTo>
                  <a:pt x="837692" y="1860892"/>
                </a:moveTo>
                <a:lnTo>
                  <a:pt x="835406" y="1851621"/>
                </a:lnTo>
                <a:lnTo>
                  <a:pt x="829437" y="1844128"/>
                </a:lnTo>
                <a:lnTo>
                  <a:pt x="820420" y="1839048"/>
                </a:lnTo>
                <a:lnTo>
                  <a:pt x="809244" y="1837270"/>
                </a:lnTo>
                <a:lnTo>
                  <a:pt x="798195" y="1839048"/>
                </a:lnTo>
                <a:lnTo>
                  <a:pt x="789178" y="1844128"/>
                </a:lnTo>
                <a:lnTo>
                  <a:pt x="783209" y="1851621"/>
                </a:lnTo>
                <a:lnTo>
                  <a:pt x="780923" y="1860892"/>
                </a:lnTo>
                <a:lnTo>
                  <a:pt x="783209" y="1870036"/>
                </a:lnTo>
                <a:lnTo>
                  <a:pt x="789178" y="1877656"/>
                </a:lnTo>
                <a:lnTo>
                  <a:pt x="798195" y="1882597"/>
                </a:lnTo>
                <a:lnTo>
                  <a:pt x="809244" y="1884502"/>
                </a:lnTo>
                <a:lnTo>
                  <a:pt x="820420" y="1882597"/>
                </a:lnTo>
                <a:lnTo>
                  <a:pt x="829437" y="1877656"/>
                </a:lnTo>
                <a:lnTo>
                  <a:pt x="835406" y="1870036"/>
                </a:lnTo>
                <a:lnTo>
                  <a:pt x="837692" y="1860892"/>
                </a:lnTo>
                <a:close/>
              </a:path>
              <a:path w="1885315" h="1884680">
                <a:moveTo>
                  <a:pt x="837692" y="1599057"/>
                </a:moveTo>
                <a:lnTo>
                  <a:pt x="835406" y="1588008"/>
                </a:lnTo>
                <a:lnTo>
                  <a:pt x="829437" y="1578991"/>
                </a:lnTo>
                <a:lnTo>
                  <a:pt x="820420" y="1572895"/>
                </a:lnTo>
                <a:lnTo>
                  <a:pt x="809244" y="1570736"/>
                </a:lnTo>
                <a:lnTo>
                  <a:pt x="798195" y="1572895"/>
                </a:lnTo>
                <a:lnTo>
                  <a:pt x="789178" y="1578991"/>
                </a:lnTo>
                <a:lnTo>
                  <a:pt x="783209" y="1588008"/>
                </a:lnTo>
                <a:lnTo>
                  <a:pt x="780923" y="1599057"/>
                </a:lnTo>
                <a:lnTo>
                  <a:pt x="783209" y="1610106"/>
                </a:lnTo>
                <a:lnTo>
                  <a:pt x="789178" y="1619123"/>
                </a:lnTo>
                <a:lnTo>
                  <a:pt x="798195" y="1625219"/>
                </a:lnTo>
                <a:lnTo>
                  <a:pt x="809244" y="1627378"/>
                </a:lnTo>
                <a:lnTo>
                  <a:pt x="820420" y="1625219"/>
                </a:lnTo>
                <a:lnTo>
                  <a:pt x="829437" y="1619123"/>
                </a:lnTo>
                <a:lnTo>
                  <a:pt x="835406" y="1610106"/>
                </a:lnTo>
                <a:lnTo>
                  <a:pt x="837692" y="1599057"/>
                </a:lnTo>
                <a:close/>
              </a:path>
              <a:path w="1885315" h="1884680">
                <a:moveTo>
                  <a:pt x="837692" y="1337348"/>
                </a:moveTo>
                <a:lnTo>
                  <a:pt x="835406" y="1328077"/>
                </a:lnTo>
                <a:lnTo>
                  <a:pt x="829437" y="1320584"/>
                </a:lnTo>
                <a:lnTo>
                  <a:pt x="820420" y="1315516"/>
                </a:lnTo>
                <a:lnTo>
                  <a:pt x="809244" y="1313738"/>
                </a:lnTo>
                <a:lnTo>
                  <a:pt x="798195" y="1315516"/>
                </a:lnTo>
                <a:lnTo>
                  <a:pt x="789178" y="1320584"/>
                </a:lnTo>
                <a:lnTo>
                  <a:pt x="783209" y="1328077"/>
                </a:lnTo>
                <a:lnTo>
                  <a:pt x="780923" y="1337348"/>
                </a:lnTo>
                <a:lnTo>
                  <a:pt x="783209" y="1346492"/>
                </a:lnTo>
                <a:lnTo>
                  <a:pt x="789178" y="1353985"/>
                </a:lnTo>
                <a:lnTo>
                  <a:pt x="798195" y="1359065"/>
                </a:lnTo>
                <a:lnTo>
                  <a:pt x="809244" y="1360970"/>
                </a:lnTo>
                <a:lnTo>
                  <a:pt x="820420" y="1359065"/>
                </a:lnTo>
                <a:lnTo>
                  <a:pt x="829437" y="1353985"/>
                </a:lnTo>
                <a:lnTo>
                  <a:pt x="835406" y="1346492"/>
                </a:lnTo>
                <a:lnTo>
                  <a:pt x="837692" y="1337348"/>
                </a:lnTo>
                <a:close/>
              </a:path>
              <a:path w="1885315" h="1884680">
                <a:moveTo>
                  <a:pt x="837692" y="1075512"/>
                </a:moveTo>
                <a:lnTo>
                  <a:pt x="835406" y="1064475"/>
                </a:lnTo>
                <a:lnTo>
                  <a:pt x="829437" y="1055458"/>
                </a:lnTo>
                <a:lnTo>
                  <a:pt x="820420" y="1049362"/>
                </a:lnTo>
                <a:lnTo>
                  <a:pt x="809244" y="1047076"/>
                </a:lnTo>
                <a:lnTo>
                  <a:pt x="798195" y="1049362"/>
                </a:lnTo>
                <a:lnTo>
                  <a:pt x="789178" y="1055458"/>
                </a:lnTo>
                <a:lnTo>
                  <a:pt x="783209" y="1064475"/>
                </a:lnTo>
                <a:lnTo>
                  <a:pt x="780923" y="1075512"/>
                </a:lnTo>
                <a:lnTo>
                  <a:pt x="783209" y="1086561"/>
                </a:lnTo>
                <a:lnTo>
                  <a:pt x="789178" y="1095578"/>
                </a:lnTo>
                <a:lnTo>
                  <a:pt x="798195" y="1101674"/>
                </a:lnTo>
                <a:lnTo>
                  <a:pt x="809244" y="1103833"/>
                </a:lnTo>
                <a:lnTo>
                  <a:pt x="820420" y="1101674"/>
                </a:lnTo>
                <a:lnTo>
                  <a:pt x="829437" y="1095578"/>
                </a:lnTo>
                <a:lnTo>
                  <a:pt x="835406" y="1086561"/>
                </a:lnTo>
                <a:lnTo>
                  <a:pt x="837692" y="1075512"/>
                </a:lnTo>
                <a:close/>
              </a:path>
              <a:path w="1885315" h="1884680">
                <a:moveTo>
                  <a:pt x="837692" y="813816"/>
                </a:moveTo>
                <a:lnTo>
                  <a:pt x="835406" y="804545"/>
                </a:lnTo>
                <a:lnTo>
                  <a:pt x="829437" y="797052"/>
                </a:lnTo>
                <a:lnTo>
                  <a:pt x="820420" y="791972"/>
                </a:lnTo>
                <a:lnTo>
                  <a:pt x="809244" y="790067"/>
                </a:lnTo>
                <a:lnTo>
                  <a:pt x="798195" y="791972"/>
                </a:lnTo>
                <a:lnTo>
                  <a:pt x="789178" y="797052"/>
                </a:lnTo>
                <a:lnTo>
                  <a:pt x="783209" y="804545"/>
                </a:lnTo>
                <a:lnTo>
                  <a:pt x="780923" y="813816"/>
                </a:lnTo>
                <a:lnTo>
                  <a:pt x="783209" y="822960"/>
                </a:lnTo>
                <a:lnTo>
                  <a:pt x="789178" y="830453"/>
                </a:lnTo>
                <a:lnTo>
                  <a:pt x="798195" y="835520"/>
                </a:lnTo>
                <a:lnTo>
                  <a:pt x="809244" y="837425"/>
                </a:lnTo>
                <a:lnTo>
                  <a:pt x="820420" y="835520"/>
                </a:lnTo>
                <a:lnTo>
                  <a:pt x="829437" y="830453"/>
                </a:lnTo>
                <a:lnTo>
                  <a:pt x="835406" y="822960"/>
                </a:lnTo>
                <a:lnTo>
                  <a:pt x="837692" y="813816"/>
                </a:lnTo>
                <a:close/>
              </a:path>
              <a:path w="1885315" h="1884680">
                <a:moveTo>
                  <a:pt x="837692" y="551980"/>
                </a:moveTo>
                <a:lnTo>
                  <a:pt x="835406" y="540931"/>
                </a:lnTo>
                <a:lnTo>
                  <a:pt x="829437" y="531914"/>
                </a:lnTo>
                <a:lnTo>
                  <a:pt x="820420" y="525818"/>
                </a:lnTo>
                <a:lnTo>
                  <a:pt x="809244" y="523532"/>
                </a:lnTo>
                <a:lnTo>
                  <a:pt x="798195" y="525818"/>
                </a:lnTo>
                <a:lnTo>
                  <a:pt x="789178" y="531914"/>
                </a:lnTo>
                <a:lnTo>
                  <a:pt x="783209" y="540931"/>
                </a:lnTo>
                <a:lnTo>
                  <a:pt x="780923" y="551980"/>
                </a:lnTo>
                <a:lnTo>
                  <a:pt x="783209" y="563029"/>
                </a:lnTo>
                <a:lnTo>
                  <a:pt x="789178" y="572046"/>
                </a:lnTo>
                <a:lnTo>
                  <a:pt x="798195" y="578142"/>
                </a:lnTo>
                <a:lnTo>
                  <a:pt x="809244" y="580301"/>
                </a:lnTo>
                <a:lnTo>
                  <a:pt x="820420" y="578142"/>
                </a:lnTo>
                <a:lnTo>
                  <a:pt x="829437" y="572046"/>
                </a:lnTo>
                <a:lnTo>
                  <a:pt x="835406" y="563029"/>
                </a:lnTo>
                <a:lnTo>
                  <a:pt x="837692" y="551980"/>
                </a:lnTo>
                <a:close/>
              </a:path>
              <a:path w="1885315" h="1884680">
                <a:moveTo>
                  <a:pt x="837692" y="294970"/>
                </a:moveTo>
                <a:lnTo>
                  <a:pt x="835406" y="283921"/>
                </a:lnTo>
                <a:lnTo>
                  <a:pt x="829437" y="274904"/>
                </a:lnTo>
                <a:lnTo>
                  <a:pt x="820420" y="268820"/>
                </a:lnTo>
                <a:lnTo>
                  <a:pt x="809244" y="266534"/>
                </a:lnTo>
                <a:lnTo>
                  <a:pt x="798195" y="268820"/>
                </a:lnTo>
                <a:lnTo>
                  <a:pt x="789178" y="274904"/>
                </a:lnTo>
                <a:lnTo>
                  <a:pt x="783209" y="283921"/>
                </a:lnTo>
                <a:lnTo>
                  <a:pt x="780923" y="294970"/>
                </a:lnTo>
                <a:lnTo>
                  <a:pt x="783209" y="306019"/>
                </a:lnTo>
                <a:lnTo>
                  <a:pt x="789178" y="315036"/>
                </a:lnTo>
                <a:lnTo>
                  <a:pt x="798195" y="321005"/>
                </a:lnTo>
                <a:lnTo>
                  <a:pt x="809244" y="323291"/>
                </a:lnTo>
                <a:lnTo>
                  <a:pt x="820420" y="321005"/>
                </a:lnTo>
                <a:lnTo>
                  <a:pt x="829437" y="315036"/>
                </a:lnTo>
                <a:lnTo>
                  <a:pt x="835406" y="306019"/>
                </a:lnTo>
                <a:lnTo>
                  <a:pt x="837692" y="294970"/>
                </a:lnTo>
                <a:close/>
              </a:path>
              <a:path w="1885315" h="1884680">
                <a:moveTo>
                  <a:pt x="837692" y="28448"/>
                </a:moveTo>
                <a:lnTo>
                  <a:pt x="835406" y="17399"/>
                </a:lnTo>
                <a:lnTo>
                  <a:pt x="829437" y="8382"/>
                </a:lnTo>
                <a:lnTo>
                  <a:pt x="820420" y="2286"/>
                </a:lnTo>
                <a:lnTo>
                  <a:pt x="809244" y="0"/>
                </a:lnTo>
                <a:lnTo>
                  <a:pt x="798195" y="2286"/>
                </a:lnTo>
                <a:lnTo>
                  <a:pt x="789178" y="8382"/>
                </a:lnTo>
                <a:lnTo>
                  <a:pt x="783209" y="17399"/>
                </a:lnTo>
                <a:lnTo>
                  <a:pt x="780923" y="28448"/>
                </a:lnTo>
                <a:lnTo>
                  <a:pt x="783209" y="39357"/>
                </a:lnTo>
                <a:lnTo>
                  <a:pt x="789178" y="48374"/>
                </a:lnTo>
                <a:lnTo>
                  <a:pt x="798195" y="54470"/>
                </a:lnTo>
                <a:lnTo>
                  <a:pt x="809244" y="56756"/>
                </a:lnTo>
                <a:lnTo>
                  <a:pt x="820420" y="54470"/>
                </a:lnTo>
                <a:lnTo>
                  <a:pt x="829437" y="48374"/>
                </a:lnTo>
                <a:lnTo>
                  <a:pt x="835406" y="39357"/>
                </a:lnTo>
                <a:lnTo>
                  <a:pt x="837692" y="28448"/>
                </a:lnTo>
                <a:close/>
              </a:path>
              <a:path w="1885315" h="1884680">
                <a:moveTo>
                  <a:pt x="1094828" y="1860892"/>
                </a:moveTo>
                <a:lnTo>
                  <a:pt x="1093050" y="1851621"/>
                </a:lnTo>
                <a:lnTo>
                  <a:pt x="1087970" y="1844128"/>
                </a:lnTo>
                <a:lnTo>
                  <a:pt x="1080477" y="1839048"/>
                </a:lnTo>
                <a:lnTo>
                  <a:pt x="1071206" y="1837270"/>
                </a:lnTo>
                <a:lnTo>
                  <a:pt x="1062062" y="1839048"/>
                </a:lnTo>
                <a:lnTo>
                  <a:pt x="1054569" y="1844128"/>
                </a:lnTo>
                <a:lnTo>
                  <a:pt x="1049489" y="1851621"/>
                </a:lnTo>
                <a:lnTo>
                  <a:pt x="1047584" y="1860892"/>
                </a:lnTo>
                <a:lnTo>
                  <a:pt x="1049489" y="1870036"/>
                </a:lnTo>
                <a:lnTo>
                  <a:pt x="1054569" y="1877656"/>
                </a:lnTo>
                <a:lnTo>
                  <a:pt x="1062062" y="1882597"/>
                </a:lnTo>
                <a:lnTo>
                  <a:pt x="1071206" y="1884502"/>
                </a:lnTo>
                <a:lnTo>
                  <a:pt x="1080477" y="1882597"/>
                </a:lnTo>
                <a:lnTo>
                  <a:pt x="1087970" y="1877656"/>
                </a:lnTo>
                <a:lnTo>
                  <a:pt x="1093050" y="1870036"/>
                </a:lnTo>
                <a:lnTo>
                  <a:pt x="1094828" y="1860892"/>
                </a:lnTo>
                <a:close/>
              </a:path>
              <a:path w="1885315" h="1884680">
                <a:moveTo>
                  <a:pt x="1094828" y="1599057"/>
                </a:moveTo>
                <a:lnTo>
                  <a:pt x="1093050" y="1588008"/>
                </a:lnTo>
                <a:lnTo>
                  <a:pt x="1087970" y="1578991"/>
                </a:lnTo>
                <a:lnTo>
                  <a:pt x="1080477" y="1572895"/>
                </a:lnTo>
                <a:lnTo>
                  <a:pt x="1071206" y="1570736"/>
                </a:lnTo>
                <a:lnTo>
                  <a:pt x="1062062" y="1572895"/>
                </a:lnTo>
                <a:lnTo>
                  <a:pt x="1054569" y="1578991"/>
                </a:lnTo>
                <a:lnTo>
                  <a:pt x="1049489" y="1588008"/>
                </a:lnTo>
                <a:lnTo>
                  <a:pt x="1047584" y="1599057"/>
                </a:lnTo>
                <a:lnTo>
                  <a:pt x="1049489" y="1610106"/>
                </a:lnTo>
                <a:lnTo>
                  <a:pt x="1054569" y="1619123"/>
                </a:lnTo>
                <a:lnTo>
                  <a:pt x="1062062" y="1625219"/>
                </a:lnTo>
                <a:lnTo>
                  <a:pt x="1071206" y="1627378"/>
                </a:lnTo>
                <a:lnTo>
                  <a:pt x="1080477" y="1625219"/>
                </a:lnTo>
                <a:lnTo>
                  <a:pt x="1087970" y="1619123"/>
                </a:lnTo>
                <a:lnTo>
                  <a:pt x="1093050" y="1610106"/>
                </a:lnTo>
                <a:lnTo>
                  <a:pt x="1094828" y="1599057"/>
                </a:lnTo>
                <a:close/>
              </a:path>
              <a:path w="1885315" h="1884680">
                <a:moveTo>
                  <a:pt x="1094828" y="1337348"/>
                </a:moveTo>
                <a:lnTo>
                  <a:pt x="1093050" y="1328077"/>
                </a:lnTo>
                <a:lnTo>
                  <a:pt x="1087970" y="1320584"/>
                </a:lnTo>
                <a:lnTo>
                  <a:pt x="1080477" y="1315516"/>
                </a:lnTo>
                <a:lnTo>
                  <a:pt x="1071206" y="1313738"/>
                </a:lnTo>
                <a:lnTo>
                  <a:pt x="1062062" y="1315516"/>
                </a:lnTo>
                <a:lnTo>
                  <a:pt x="1054569" y="1320584"/>
                </a:lnTo>
                <a:lnTo>
                  <a:pt x="1049489" y="1328077"/>
                </a:lnTo>
                <a:lnTo>
                  <a:pt x="1047584" y="1337348"/>
                </a:lnTo>
                <a:lnTo>
                  <a:pt x="1049489" y="1346492"/>
                </a:lnTo>
                <a:lnTo>
                  <a:pt x="1054569" y="1353985"/>
                </a:lnTo>
                <a:lnTo>
                  <a:pt x="1062062" y="1359065"/>
                </a:lnTo>
                <a:lnTo>
                  <a:pt x="1071206" y="1360970"/>
                </a:lnTo>
                <a:lnTo>
                  <a:pt x="1080477" y="1359065"/>
                </a:lnTo>
                <a:lnTo>
                  <a:pt x="1087970" y="1353985"/>
                </a:lnTo>
                <a:lnTo>
                  <a:pt x="1093050" y="1346492"/>
                </a:lnTo>
                <a:lnTo>
                  <a:pt x="1094828" y="1337348"/>
                </a:lnTo>
                <a:close/>
              </a:path>
              <a:path w="1885315" h="1884680">
                <a:moveTo>
                  <a:pt x="1094828" y="1075512"/>
                </a:moveTo>
                <a:lnTo>
                  <a:pt x="1093050" y="1064475"/>
                </a:lnTo>
                <a:lnTo>
                  <a:pt x="1087970" y="1055458"/>
                </a:lnTo>
                <a:lnTo>
                  <a:pt x="1080477" y="1049362"/>
                </a:lnTo>
                <a:lnTo>
                  <a:pt x="1071206" y="1047076"/>
                </a:lnTo>
                <a:lnTo>
                  <a:pt x="1062062" y="1049362"/>
                </a:lnTo>
                <a:lnTo>
                  <a:pt x="1054569" y="1055458"/>
                </a:lnTo>
                <a:lnTo>
                  <a:pt x="1049489" y="1064475"/>
                </a:lnTo>
                <a:lnTo>
                  <a:pt x="1047584" y="1075512"/>
                </a:lnTo>
                <a:lnTo>
                  <a:pt x="1049489" y="1086561"/>
                </a:lnTo>
                <a:lnTo>
                  <a:pt x="1054569" y="1095578"/>
                </a:lnTo>
                <a:lnTo>
                  <a:pt x="1062062" y="1101674"/>
                </a:lnTo>
                <a:lnTo>
                  <a:pt x="1071206" y="1103833"/>
                </a:lnTo>
                <a:lnTo>
                  <a:pt x="1080477" y="1101674"/>
                </a:lnTo>
                <a:lnTo>
                  <a:pt x="1087970" y="1095578"/>
                </a:lnTo>
                <a:lnTo>
                  <a:pt x="1093050" y="1086561"/>
                </a:lnTo>
                <a:lnTo>
                  <a:pt x="1094828" y="1075512"/>
                </a:lnTo>
                <a:close/>
              </a:path>
              <a:path w="1885315" h="1884680">
                <a:moveTo>
                  <a:pt x="1094828" y="813816"/>
                </a:moveTo>
                <a:lnTo>
                  <a:pt x="1093050" y="804545"/>
                </a:lnTo>
                <a:lnTo>
                  <a:pt x="1087970" y="797052"/>
                </a:lnTo>
                <a:lnTo>
                  <a:pt x="1080477" y="791972"/>
                </a:lnTo>
                <a:lnTo>
                  <a:pt x="1071206" y="790067"/>
                </a:lnTo>
                <a:lnTo>
                  <a:pt x="1062062" y="791972"/>
                </a:lnTo>
                <a:lnTo>
                  <a:pt x="1054569" y="797052"/>
                </a:lnTo>
                <a:lnTo>
                  <a:pt x="1049489" y="804545"/>
                </a:lnTo>
                <a:lnTo>
                  <a:pt x="1047584" y="813816"/>
                </a:lnTo>
                <a:lnTo>
                  <a:pt x="1049489" y="822960"/>
                </a:lnTo>
                <a:lnTo>
                  <a:pt x="1054569" y="830453"/>
                </a:lnTo>
                <a:lnTo>
                  <a:pt x="1062062" y="835520"/>
                </a:lnTo>
                <a:lnTo>
                  <a:pt x="1071206" y="837425"/>
                </a:lnTo>
                <a:lnTo>
                  <a:pt x="1080477" y="835520"/>
                </a:lnTo>
                <a:lnTo>
                  <a:pt x="1087970" y="830453"/>
                </a:lnTo>
                <a:lnTo>
                  <a:pt x="1093050" y="822960"/>
                </a:lnTo>
                <a:lnTo>
                  <a:pt x="1094828" y="813816"/>
                </a:lnTo>
                <a:close/>
              </a:path>
              <a:path w="1885315" h="1884680">
                <a:moveTo>
                  <a:pt x="1094828" y="551980"/>
                </a:moveTo>
                <a:lnTo>
                  <a:pt x="1093050" y="540931"/>
                </a:lnTo>
                <a:lnTo>
                  <a:pt x="1087970" y="531914"/>
                </a:lnTo>
                <a:lnTo>
                  <a:pt x="1080477" y="525818"/>
                </a:lnTo>
                <a:lnTo>
                  <a:pt x="1071206" y="523532"/>
                </a:lnTo>
                <a:lnTo>
                  <a:pt x="1062062" y="525818"/>
                </a:lnTo>
                <a:lnTo>
                  <a:pt x="1054569" y="531914"/>
                </a:lnTo>
                <a:lnTo>
                  <a:pt x="1049489" y="540931"/>
                </a:lnTo>
                <a:lnTo>
                  <a:pt x="1047584" y="551980"/>
                </a:lnTo>
                <a:lnTo>
                  <a:pt x="1049489" y="563029"/>
                </a:lnTo>
                <a:lnTo>
                  <a:pt x="1054569" y="572046"/>
                </a:lnTo>
                <a:lnTo>
                  <a:pt x="1062062" y="578142"/>
                </a:lnTo>
                <a:lnTo>
                  <a:pt x="1071206" y="580301"/>
                </a:lnTo>
                <a:lnTo>
                  <a:pt x="1080477" y="578142"/>
                </a:lnTo>
                <a:lnTo>
                  <a:pt x="1087970" y="572046"/>
                </a:lnTo>
                <a:lnTo>
                  <a:pt x="1093050" y="563029"/>
                </a:lnTo>
                <a:lnTo>
                  <a:pt x="1094828" y="551980"/>
                </a:lnTo>
                <a:close/>
              </a:path>
              <a:path w="1885315" h="1884680">
                <a:moveTo>
                  <a:pt x="1094828" y="294970"/>
                </a:moveTo>
                <a:lnTo>
                  <a:pt x="1093050" y="283921"/>
                </a:lnTo>
                <a:lnTo>
                  <a:pt x="1087970" y="274904"/>
                </a:lnTo>
                <a:lnTo>
                  <a:pt x="1080477" y="268820"/>
                </a:lnTo>
                <a:lnTo>
                  <a:pt x="1071206" y="266534"/>
                </a:lnTo>
                <a:lnTo>
                  <a:pt x="1062062" y="268820"/>
                </a:lnTo>
                <a:lnTo>
                  <a:pt x="1054569" y="274904"/>
                </a:lnTo>
                <a:lnTo>
                  <a:pt x="1049489" y="283921"/>
                </a:lnTo>
                <a:lnTo>
                  <a:pt x="1047584" y="294970"/>
                </a:lnTo>
                <a:lnTo>
                  <a:pt x="1049489" y="306019"/>
                </a:lnTo>
                <a:lnTo>
                  <a:pt x="1054569" y="315036"/>
                </a:lnTo>
                <a:lnTo>
                  <a:pt x="1062062" y="321005"/>
                </a:lnTo>
                <a:lnTo>
                  <a:pt x="1071206" y="323291"/>
                </a:lnTo>
                <a:lnTo>
                  <a:pt x="1080477" y="321005"/>
                </a:lnTo>
                <a:lnTo>
                  <a:pt x="1087970" y="315036"/>
                </a:lnTo>
                <a:lnTo>
                  <a:pt x="1093050" y="306019"/>
                </a:lnTo>
                <a:lnTo>
                  <a:pt x="1094828" y="294970"/>
                </a:lnTo>
                <a:close/>
              </a:path>
              <a:path w="1885315" h="1884680">
                <a:moveTo>
                  <a:pt x="1094828" y="28448"/>
                </a:moveTo>
                <a:lnTo>
                  <a:pt x="1093050" y="17399"/>
                </a:lnTo>
                <a:lnTo>
                  <a:pt x="1087970" y="8382"/>
                </a:lnTo>
                <a:lnTo>
                  <a:pt x="1080477" y="2286"/>
                </a:lnTo>
                <a:lnTo>
                  <a:pt x="1071206" y="0"/>
                </a:lnTo>
                <a:lnTo>
                  <a:pt x="1062062" y="2286"/>
                </a:lnTo>
                <a:lnTo>
                  <a:pt x="1054569" y="8382"/>
                </a:lnTo>
                <a:lnTo>
                  <a:pt x="1049489" y="17399"/>
                </a:lnTo>
                <a:lnTo>
                  <a:pt x="1047584" y="28448"/>
                </a:lnTo>
                <a:lnTo>
                  <a:pt x="1049489" y="39357"/>
                </a:lnTo>
                <a:lnTo>
                  <a:pt x="1054569" y="48374"/>
                </a:lnTo>
                <a:lnTo>
                  <a:pt x="1062062" y="54470"/>
                </a:lnTo>
                <a:lnTo>
                  <a:pt x="1071206" y="56756"/>
                </a:lnTo>
                <a:lnTo>
                  <a:pt x="1080477" y="54470"/>
                </a:lnTo>
                <a:lnTo>
                  <a:pt x="1087970" y="48374"/>
                </a:lnTo>
                <a:lnTo>
                  <a:pt x="1093050" y="39357"/>
                </a:lnTo>
                <a:lnTo>
                  <a:pt x="1094828" y="28448"/>
                </a:lnTo>
                <a:close/>
              </a:path>
              <a:path w="1885315" h="1884680">
                <a:moveTo>
                  <a:pt x="1361478" y="1860892"/>
                </a:moveTo>
                <a:lnTo>
                  <a:pt x="1359192" y="1851621"/>
                </a:lnTo>
                <a:lnTo>
                  <a:pt x="1353223" y="1844128"/>
                </a:lnTo>
                <a:lnTo>
                  <a:pt x="1344206" y="1839048"/>
                </a:lnTo>
                <a:lnTo>
                  <a:pt x="1333042" y="1837270"/>
                </a:lnTo>
                <a:lnTo>
                  <a:pt x="1321993" y="1839048"/>
                </a:lnTo>
                <a:lnTo>
                  <a:pt x="1312976" y="1844128"/>
                </a:lnTo>
                <a:lnTo>
                  <a:pt x="1307007" y="1851621"/>
                </a:lnTo>
                <a:lnTo>
                  <a:pt x="1304721" y="1860892"/>
                </a:lnTo>
                <a:lnTo>
                  <a:pt x="1307007" y="1870036"/>
                </a:lnTo>
                <a:lnTo>
                  <a:pt x="1312976" y="1877656"/>
                </a:lnTo>
                <a:lnTo>
                  <a:pt x="1321993" y="1882597"/>
                </a:lnTo>
                <a:lnTo>
                  <a:pt x="1333042" y="1884502"/>
                </a:lnTo>
                <a:lnTo>
                  <a:pt x="1344206" y="1882597"/>
                </a:lnTo>
                <a:lnTo>
                  <a:pt x="1353223" y="1877656"/>
                </a:lnTo>
                <a:lnTo>
                  <a:pt x="1359192" y="1870036"/>
                </a:lnTo>
                <a:lnTo>
                  <a:pt x="1361478" y="1860892"/>
                </a:lnTo>
                <a:close/>
              </a:path>
              <a:path w="1885315" h="1884680">
                <a:moveTo>
                  <a:pt x="1361478" y="1599057"/>
                </a:moveTo>
                <a:lnTo>
                  <a:pt x="1359192" y="1588008"/>
                </a:lnTo>
                <a:lnTo>
                  <a:pt x="1353223" y="1578991"/>
                </a:lnTo>
                <a:lnTo>
                  <a:pt x="1344206" y="1572895"/>
                </a:lnTo>
                <a:lnTo>
                  <a:pt x="1333042" y="1570736"/>
                </a:lnTo>
                <a:lnTo>
                  <a:pt x="1321993" y="1572895"/>
                </a:lnTo>
                <a:lnTo>
                  <a:pt x="1312976" y="1578991"/>
                </a:lnTo>
                <a:lnTo>
                  <a:pt x="1307007" y="1588008"/>
                </a:lnTo>
                <a:lnTo>
                  <a:pt x="1304721" y="1599057"/>
                </a:lnTo>
                <a:lnTo>
                  <a:pt x="1307007" y="1610106"/>
                </a:lnTo>
                <a:lnTo>
                  <a:pt x="1312976" y="1619123"/>
                </a:lnTo>
                <a:lnTo>
                  <a:pt x="1321993" y="1625219"/>
                </a:lnTo>
                <a:lnTo>
                  <a:pt x="1333042" y="1627378"/>
                </a:lnTo>
                <a:lnTo>
                  <a:pt x="1344206" y="1625219"/>
                </a:lnTo>
                <a:lnTo>
                  <a:pt x="1353223" y="1619123"/>
                </a:lnTo>
                <a:lnTo>
                  <a:pt x="1359192" y="1610106"/>
                </a:lnTo>
                <a:lnTo>
                  <a:pt x="1361478" y="1599057"/>
                </a:lnTo>
                <a:close/>
              </a:path>
              <a:path w="1885315" h="1884680">
                <a:moveTo>
                  <a:pt x="1361478" y="1337348"/>
                </a:moveTo>
                <a:lnTo>
                  <a:pt x="1359192" y="1328077"/>
                </a:lnTo>
                <a:lnTo>
                  <a:pt x="1353223" y="1320584"/>
                </a:lnTo>
                <a:lnTo>
                  <a:pt x="1344206" y="1315516"/>
                </a:lnTo>
                <a:lnTo>
                  <a:pt x="1333042" y="1313738"/>
                </a:lnTo>
                <a:lnTo>
                  <a:pt x="1321993" y="1315516"/>
                </a:lnTo>
                <a:lnTo>
                  <a:pt x="1312976" y="1320584"/>
                </a:lnTo>
                <a:lnTo>
                  <a:pt x="1307007" y="1328077"/>
                </a:lnTo>
                <a:lnTo>
                  <a:pt x="1304721" y="1337348"/>
                </a:lnTo>
                <a:lnTo>
                  <a:pt x="1307007" y="1346492"/>
                </a:lnTo>
                <a:lnTo>
                  <a:pt x="1312976" y="1353985"/>
                </a:lnTo>
                <a:lnTo>
                  <a:pt x="1321993" y="1359065"/>
                </a:lnTo>
                <a:lnTo>
                  <a:pt x="1333042" y="1360970"/>
                </a:lnTo>
                <a:lnTo>
                  <a:pt x="1344206" y="1359065"/>
                </a:lnTo>
                <a:lnTo>
                  <a:pt x="1353223" y="1353985"/>
                </a:lnTo>
                <a:lnTo>
                  <a:pt x="1359192" y="1346492"/>
                </a:lnTo>
                <a:lnTo>
                  <a:pt x="1361478" y="1337348"/>
                </a:lnTo>
                <a:close/>
              </a:path>
              <a:path w="1885315" h="1884680">
                <a:moveTo>
                  <a:pt x="1361478" y="1075512"/>
                </a:moveTo>
                <a:lnTo>
                  <a:pt x="1359192" y="1064475"/>
                </a:lnTo>
                <a:lnTo>
                  <a:pt x="1353223" y="1055458"/>
                </a:lnTo>
                <a:lnTo>
                  <a:pt x="1344206" y="1049362"/>
                </a:lnTo>
                <a:lnTo>
                  <a:pt x="1333042" y="1047076"/>
                </a:lnTo>
                <a:lnTo>
                  <a:pt x="1321993" y="1049362"/>
                </a:lnTo>
                <a:lnTo>
                  <a:pt x="1312976" y="1055458"/>
                </a:lnTo>
                <a:lnTo>
                  <a:pt x="1307007" y="1064475"/>
                </a:lnTo>
                <a:lnTo>
                  <a:pt x="1304721" y="1075512"/>
                </a:lnTo>
                <a:lnTo>
                  <a:pt x="1307007" y="1086561"/>
                </a:lnTo>
                <a:lnTo>
                  <a:pt x="1312976" y="1095578"/>
                </a:lnTo>
                <a:lnTo>
                  <a:pt x="1321993" y="1101674"/>
                </a:lnTo>
                <a:lnTo>
                  <a:pt x="1333042" y="1103833"/>
                </a:lnTo>
                <a:lnTo>
                  <a:pt x="1344206" y="1101674"/>
                </a:lnTo>
                <a:lnTo>
                  <a:pt x="1353223" y="1095578"/>
                </a:lnTo>
                <a:lnTo>
                  <a:pt x="1359192" y="1086561"/>
                </a:lnTo>
                <a:lnTo>
                  <a:pt x="1361478" y="1075512"/>
                </a:lnTo>
                <a:close/>
              </a:path>
              <a:path w="1885315" h="1884680">
                <a:moveTo>
                  <a:pt x="1361478" y="813816"/>
                </a:moveTo>
                <a:lnTo>
                  <a:pt x="1359192" y="804545"/>
                </a:lnTo>
                <a:lnTo>
                  <a:pt x="1353223" y="797052"/>
                </a:lnTo>
                <a:lnTo>
                  <a:pt x="1344206" y="791972"/>
                </a:lnTo>
                <a:lnTo>
                  <a:pt x="1333042" y="790067"/>
                </a:lnTo>
                <a:lnTo>
                  <a:pt x="1321993" y="791972"/>
                </a:lnTo>
                <a:lnTo>
                  <a:pt x="1312976" y="797052"/>
                </a:lnTo>
                <a:lnTo>
                  <a:pt x="1307007" y="804545"/>
                </a:lnTo>
                <a:lnTo>
                  <a:pt x="1304721" y="813816"/>
                </a:lnTo>
                <a:lnTo>
                  <a:pt x="1307007" y="822960"/>
                </a:lnTo>
                <a:lnTo>
                  <a:pt x="1312976" y="830453"/>
                </a:lnTo>
                <a:lnTo>
                  <a:pt x="1321993" y="835520"/>
                </a:lnTo>
                <a:lnTo>
                  <a:pt x="1333042" y="837425"/>
                </a:lnTo>
                <a:lnTo>
                  <a:pt x="1344206" y="835520"/>
                </a:lnTo>
                <a:lnTo>
                  <a:pt x="1353223" y="830453"/>
                </a:lnTo>
                <a:lnTo>
                  <a:pt x="1359192" y="822960"/>
                </a:lnTo>
                <a:lnTo>
                  <a:pt x="1361478" y="813816"/>
                </a:lnTo>
                <a:close/>
              </a:path>
              <a:path w="1885315" h="1884680">
                <a:moveTo>
                  <a:pt x="1361478" y="551980"/>
                </a:moveTo>
                <a:lnTo>
                  <a:pt x="1359192" y="540931"/>
                </a:lnTo>
                <a:lnTo>
                  <a:pt x="1353223" y="531914"/>
                </a:lnTo>
                <a:lnTo>
                  <a:pt x="1344206" y="525818"/>
                </a:lnTo>
                <a:lnTo>
                  <a:pt x="1333042" y="523532"/>
                </a:lnTo>
                <a:lnTo>
                  <a:pt x="1321993" y="525818"/>
                </a:lnTo>
                <a:lnTo>
                  <a:pt x="1312976" y="531914"/>
                </a:lnTo>
                <a:lnTo>
                  <a:pt x="1307007" y="540931"/>
                </a:lnTo>
                <a:lnTo>
                  <a:pt x="1304721" y="551980"/>
                </a:lnTo>
                <a:lnTo>
                  <a:pt x="1307007" y="563029"/>
                </a:lnTo>
                <a:lnTo>
                  <a:pt x="1312976" y="572046"/>
                </a:lnTo>
                <a:lnTo>
                  <a:pt x="1321993" y="578142"/>
                </a:lnTo>
                <a:lnTo>
                  <a:pt x="1333042" y="580301"/>
                </a:lnTo>
                <a:lnTo>
                  <a:pt x="1344206" y="578142"/>
                </a:lnTo>
                <a:lnTo>
                  <a:pt x="1353223" y="572046"/>
                </a:lnTo>
                <a:lnTo>
                  <a:pt x="1359192" y="563029"/>
                </a:lnTo>
                <a:lnTo>
                  <a:pt x="1361478" y="551980"/>
                </a:lnTo>
                <a:close/>
              </a:path>
              <a:path w="1885315" h="1884680">
                <a:moveTo>
                  <a:pt x="1361478" y="294970"/>
                </a:moveTo>
                <a:lnTo>
                  <a:pt x="1359192" y="283921"/>
                </a:lnTo>
                <a:lnTo>
                  <a:pt x="1353223" y="274904"/>
                </a:lnTo>
                <a:lnTo>
                  <a:pt x="1344206" y="268820"/>
                </a:lnTo>
                <a:lnTo>
                  <a:pt x="1333042" y="266534"/>
                </a:lnTo>
                <a:lnTo>
                  <a:pt x="1321993" y="268820"/>
                </a:lnTo>
                <a:lnTo>
                  <a:pt x="1312976" y="274904"/>
                </a:lnTo>
                <a:lnTo>
                  <a:pt x="1307007" y="283921"/>
                </a:lnTo>
                <a:lnTo>
                  <a:pt x="1304721" y="294970"/>
                </a:lnTo>
                <a:lnTo>
                  <a:pt x="1307007" y="306019"/>
                </a:lnTo>
                <a:lnTo>
                  <a:pt x="1312976" y="315036"/>
                </a:lnTo>
                <a:lnTo>
                  <a:pt x="1321993" y="321005"/>
                </a:lnTo>
                <a:lnTo>
                  <a:pt x="1333042" y="323291"/>
                </a:lnTo>
                <a:lnTo>
                  <a:pt x="1344206" y="321005"/>
                </a:lnTo>
                <a:lnTo>
                  <a:pt x="1353223" y="315036"/>
                </a:lnTo>
                <a:lnTo>
                  <a:pt x="1359192" y="306019"/>
                </a:lnTo>
                <a:lnTo>
                  <a:pt x="1361478" y="294970"/>
                </a:lnTo>
                <a:close/>
              </a:path>
              <a:path w="1885315" h="1884680">
                <a:moveTo>
                  <a:pt x="1361478" y="28448"/>
                </a:moveTo>
                <a:lnTo>
                  <a:pt x="1359192" y="17399"/>
                </a:lnTo>
                <a:lnTo>
                  <a:pt x="1353223" y="8382"/>
                </a:lnTo>
                <a:lnTo>
                  <a:pt x="1344206" y="2286"/>
                </a:lnTo>
                <a:lnTo>
                  <a:pt x="1333042" y="0"/>
                </a:lnTo>
                <a:lnTo>
                  <a:pt x="1321993" y="2286"/>
                </a:lnTo>
                <a:lnTo>
                  <a:pt x="1312976" y="8382"/>
                </a:lnTo>
                <a:lnTo>
                  <a:pt x="1307007" y="17399"/>
                </a:lnTo>
                <a:lnTo>
                  <a:pt x="1304721" y="28448"/>
                </a:lnTo>
                <a:lnTo>
                  <a:pt x="1307007" y="39357"/>
                </a:lnTo>
                <a:lnTo>
                  <a:pt x="1312976" y="48374"/>
                </a:lnTo>
                <a:lnTo>
                  <a:pt x="1321993" y="54470"/>
                </a:lnTo>
                <a:lnTo>
                  <a:pt x="1333042" y="56756"/>
                </a:lnTo>
                <a:lnTo>
                  <a:pt x="1344206" y="54470"/>
                </a:lnTo>
                <a:lnTo>
                  <a:pt x="1353223" y="48374"/>
                </a:lnTo>
                <a:lnTo>
                  <a:pt x="1359192" y="39357"/>
                </a:lnTo>
                <a:lnTo>
                  <a:pt x="1361478" y="28448"/>
                </a:lnTo>
                <a:close/>
              </a:path>
              <a:path w="1885315" h="1884680">
                <a:moveTo>
                  <a:pt x="1618742" y="1860892"/>
                </a:moveTo>
                <a:lnTo>
                  <a:pt x="1616837" y="1851621"/>
                </a:lnTo>
                <a:lnTo>
                  <a:pt x="1611757" y="1844128"/>
                </a:lnTo>
                <a:lnTo>
                  <a:pt x="1604264" y="1839048"/>
                </a:lnTo>
                <a:lnTo>
                  <a:pt x="1594993" y="1837270"/>
                </a:lnTo>
                <a:lnTo>
                  <a:pt x="1585849" y="1839048"/>
                </a:lnTo>
                <a:lnTo>
                  <a:pt x="1578368" y="1844128"/>
                </a:lnTo>
                <a:lnTo>
                  <a:pt x="1573288" y="1851621"/>
                </a:lnTo>
                <a:lnTo>
                  <a:pt x="1571383" y="1860892"/>
                </a:lnTo>
                <a:lnTo>
                  <a:pt x="1573288" y="1870036"/>
                </a:lnTo>
                <a:lnTo>
                  <a:pt x="1578368" y="1877656"/>
                </a:lnTo>
                <a:lnTo>
                  <a:pt x="1585849" y="1882597"/>
                </a:lnTo>
                <a:lnTo>
                  <a:pt x="1594993" y="1884502"/>
                </a:lnTo>
                <a:lnTo>
                  <a:pt x="1604264" y="1882597"/>
                </a:lnTo>
                <a:lnTo>
                  <a:pt x="1611757" y="1877656"/>
                </a:lnTo>
                <a:lnTo>
                  <a:pt x="1616837" y="1870036"/>
                </a:lnTo>
                <a:lnTo>
                  <a:pt x="1618742" y="1860892"/>
                </a:lnTo>
                <a:close/>
              </a:path>
              <a:path w="1885315" h="1884680">
                <a:moveTo>
                  <a:pt x="1618742" y="1599057"/>
                </a:moveTo>
                <a:lnTo>
                  <a:pt x="1616837" y="1588008"/>
                </a:lnTo>
                <a:lnTo>
                  <a:pt x="1611757" y="1578991"/>
                </a:lnTo>
                <a:lnTo>
                  <a:pt x="1604264" y="1572895"/>
                </a:lnTo>
                <a:lnTo>
                  <a:pt x="1594993" y="1570736"/>
                </a:lnTo>
                <a:lnTo>
                  <a:pt x="1585849" y="1572895"/>
                </a:lnTo>
                <a:lnTo>
                  <a:pt x="1578368" y="1578991"/>
                </a:lnTo>
                <a:lnTo>
                  <a:pt x="1573288" y="1588008"/>
                </a:lnTo>
                <a:lnTo>
                  <a:pt x="1571383" y="1599057"/>
                </a:lnTo>
                <a:lnTo>
                  <a:pt x="1573288" y="1610106"/>
                </a:lnTo>
                <a:lnTo>
                  <a:pt x="1578368" y="1619123"/>
                </a:lnTo>
                <a:lnTo>
                  <a:pt x="1585849" y="1625219"/>
                </a:lnTo>
                <a:lnTo>
                  <a:pt x="1594993" y="1627378"/>
                </a:lnTo>
                <a:lnTo>
                  <a:pt x="1604264" y="1625219"/>
                </a:lnTo>
                <a:lnTo>
                  <a:pt x="1611757" y="1619123"/>
                </a:lnTo>
                <a:lnTo>
                  <a:pt x="1616837" y="1610106"/>
                </a:lnTo>
                <a:lnTo>
                  <a:pt x="1618742" y="1599057"/>
                </a:lnTo>
                <a:close/>
              </a:path>
              <a:path w="1885315" h="1884680">
                <a:moveTo>
                  <a:pt x="1618742" y="1337348"/>
                </a:moveTo>
                <a:lnTo>
                  <a:pt x="1616837" y="1328077"/>
                </a:lnTo>
                <a:lnTo>
                  <a:pt x="1611757" y="1320584"/>
                </a:lnTo>
                <a:lnTo>
                  <a:pt x="1604264" y="1315516"/>
                </a:lnTo>
                <a:lnTo>
                  <a:pt x="1594993" y="1313738"/>
                </a:lnTo>
                <a:lnTo>
                  <a:pt x="1585849" y="1315516"/>
                </a:lnTo>
                <a:lnTo>
                  <a:pt x="1578368" y="1320584"/>
                </a:lnTo>
                <a:lnTo>
                  <a:pt x="1573288" y="1328077"/>
                </a:lnTo>
                <a:lnTo>
                  <a:pt x="1571383" y="1337348"/>
                </a:lnTo>
                <a:lnTo>
                  <a:pt x="1573288" y="1346492"/>
                </a:lnTo>
                <a:lnTo>
                  <a:pt x="1578368" y="1353985"/>
                </a:lnTo>
                <a:lnTo>
                  <a:pt x="1585849" y="1359065"/>
                </a:lnTo>
                <a:lnTo>
                  <a:pt x="1594993" y="1360970"/>
                </a:lnTo>
                <a:lnTo>
                  <a:pt x="1604264" y="1359065"/>
                </a:lnTo>
                <a:lnTo>
                  <a:pt x="1611757" y="1353985"/>
                </a:lnTo>
                <a:lnTo>
                  <a:pt x="1616837" y="1346492"/>
                </a:lnTo>
                <a:lnTo>
                  <a:pt x="1618742" y="1337348"/>
                </a:lnTo>
                <a:close/>
              </a:path>
              <a:path w="1885315" h="1884680">
                <a:moveTo>
                  <a:pt x="1618742" y="1075512"/>
                </a:moveTo>
                <a:lnTo>
                  <a:pt x="1616837" y="1064475"/>
                </a:lnTo>
                <a:lnTo>
                  <a:pt x="1611757" y="1055458"/>
                </a:lnTo>
                <a:lnTo>
                  <a:pt x="1604264" y="1049362"/>
                </a:lnTo>
                <a:lnTo>
                  <a:pt x="1594993" y="1047076"/>
                </a:lnTo>
                <a:lnTo>
                  <a:pt x="1585849" y="1049362"/>
                </a:lnTo>
                <a:lnTo>
                  <a:pt x="1578368" y="1055458"/>
                </a:lnTo>
                <a:lnTo>
                  <a:pt x="1573288" y="1064475"/>
                </a:lnTo>
                <a:lnTo>
                  <a:pt x="1571383" y="1075512"/>
                </a:lnTo>
                <a:lnTo>
                  <a:pt x="1573288" y="1086561"/>
                </a:lnTo>
                <a:lnTo>
                  <a:pt x="1578368" y="1095578"/>
                </a:lnTo>
                <a:lnTo>
                  <a:pt x="1585849" y="1101674"/>
                </a:lnTo>
                <a:lnTo>
                  <a:pt x="1594993" y="1103833"/>
                </a:lnTo>
                <a:lnTo>
                  <a:pt x="1604264" y="1101674"/>
                </a:lnTo>
                <a:lnTo>
                  <a:pt x="1611757" y="1095578"/>
                </a:lnTo>
                <a:lnTo>
                  <a:pt x="1616837" y="1086561"/>
                </a:lnTo>
                <a:lnTo>
                  <a:pt x="1618742" y="1075512"/>
                </a:lnTo>
                <a:close/>
              </a:path>
              <a:path w="1885315" h="1884680">
                <a:moveTo>
                  <a:pt x="1618742" y="813816"/>
                </a:moveTo>
                <a:lnTo>
                  <a:pt x="1616837" y="804545"/>
                </a:lnTo>
                <a:lnTo>
                  <a:pt x="1611757" y="797052"/>
                </a:lnTo>
                <a:lnTo>
                  <a:pt x="1604264" y="791972"/>
                </a:lnTo>
                <a:lnTo>
                  <a:pt x="1594993" y="790067"/>
                </a:lnTo>
                <a:lnTo>
                  <a:pt x="1585849" y="791972"/>
                </a:lnTo>
                <a:lnTo>
                  <a:pt x="1578368" y="797052"/>
                </a:lnTo>
                <a:lnTo>
                  <a:pt x="1573288" y="804545"/>
                </a:lnTo>
                <a:lnTo>
                  <a:pt x="1571383" y="813816"/>
                </a:lnTo>
                <a:lnTo>
                  <a:pt x="1573288" y="822960"/>
                </a:lnTo>
                <a:lnTo>
                  <a:pt x="1578368" y="830453"/>
                </a:lnTo>
                <a:lnTo>
                  <a:pt x="1585849" y="835520"/>
                </a:lnTo>
                <a:lnTo>
                  <a:pt x="1594993" y="837425"/>
                </a:lnTo>
                <a:lnTo>
                  <a:pt x="1604264" y="835520"/>
                </a:lnTo>
                <a:lnTo>
                  <a:pt x="1611757" y="830453"/>
                </a:lnTo>
                <a:lnTo>
                  <a:pt x="1616837" y="822960"/>
                </a:lnTo>
                <a:lnTo>
                  <a:pt x="1618742" y="813816"/>
                </a:lnTo>
                <a:close/>
              </a:path>
              <a:path w="1885315" h="1884680">
                <a:moveTo>
                  <a:pt x="1618742" y="551980"/>
                </a:moveTo>
                <a:lnTo>
                  <a:pt x="1616837" y="540931"/>
                </a:lnTo>
                <a:lnTo>
                  <a:pt x="1611757" y="531914"/>
                </a:lnTo>
                <a:lnTo>
                  <a:pt x="1604264" y="525818"/>
                </a:lnTo>
                <a:lnTo>
                  <a:pt x="1594993" y="523532"/>
                </a:lnTo>
                <a:lnTo>
                  <a:pt x="1585849" y="525818"/>
                </a:lnTo>
                <a:lnTo>
                  <a:pt x="1578368" y="531914"/>
                </a:lnTo>
                <a:lnTo>
                  <a:pt x="1573288" y="540931"/>
                </a:lnTo>
                <a:lnTo>
                  <a:pt x="1571383" y="551980"/>
                </a:lnTo>
                <a:lnTo>
                  <a:pt x="1573288" y="563029"/>
                </a:lnTo>
                <a:lnTo>
                  <a:pt x="1578368" y="572046"/>
                </a:lnTo>
                <a:lnTo>
                  <a:pt x="1585849" y="578142"/>
                </a:lnTo>
                <a:lnTo>
                  <a:pt x="1594993" y="580301"/>
                </a:lnTo>
                <a:lnTo>
                  <a:pt x="1604264" y="578142"/>
                </a:lnTo>
                <a:lnTo>
                  <a:pt x="1611757" y="572046"/>
                </a:lnTo>
                <a:lnTo>
                  <a:pt x="1616837" y="563029"/>
                </a:lnTo>
                <a:lnTo>
                  <a:pt x="1618742" y="551980"/>
                </a:lnTo>
                <a:close/>
              </a:path>
              <a:path w="1885315" h="1884680">
                <a:moveTo>
                  <a:pt x="1618742" y="294970"/>
                </a:moveTo>
                <a:lnTo>
                  <a:pt x="1616837" y="283921"/>
                </a:lnTo>
                <a:lnTo>
                  <a:pt x="1611757" y="274904"/>
                </a:lnTo>
                <a:lnTo>
                  <a:pt x="1604264" y="268820"/>
                </a:lnTo>
                <a:lnTo>
                  <a:pt x="1594993" y="266534"/>
                </a:lnTo>
                <a:lnTo>
                  <a:pt x="1585849" y="268820"/>
                </a:lnTo>
                <a:lnTo>
                  <a:pt x="1578368" y="274904"/>
                </a:lnTo>
                <a:lnTo>
                  <a:pt x="1573288" y="283921"/>
                </a:lnTo>
                <a:lnTo>
                  <a:pt x="1571383" y="294970"/>
                </a:lnTo>
                <a:lnTo>
                  <a:pt x="1573288" y="306019"/>
                </a:lnTo>
                <a:lnTo>
                  <a:pt x="1578368" y="315036"/>
                </a:lnTo>
                <a:lnTo>
                  <a:pt x="1585849" y="321005"/>
                </a:lnTo>
                <a:lnTo>
                  <a:pt x="1594993" y="323291"/>
                </a:lnTo>
                <a:lnTo>
                  <a:pt x="1604264" y="321005"/>
                </a:lnTo>
                <a:lnTo>
                  <a:pt x="1611757" y="315036"/>
                </a:lnTo>
                <a:lnTo>
                  <a:pt x="1616837" y="306019"/>
                </a:lnTo>
                <a:lnTo>
                  <a:pt x="1618742" y="294970"/>
                </a:lnTo>
                <a:close/>
              </a:path>
              <a:path w="1885315" h="1884680">
                <a:moveTo>
                  <a:pt x="1618742" y="28448"/>
                </a:moveTo>
                <a:lnTo>
                  <a:pt x="1616837" y="17399"/>
                </a:lnTo>
                <a:lnTo>
                  <a:pt x="1611757" y="8382"/>
                </a:lnTo>
                <a:lnTo>
                  <a:pt x="1604264" y="2286"/>
                </a:lnTo>
                <a:lnTo>
                  <a:pt x="1594993" y="0"/>
                </a:lnTo>
                <a:lnTo>
                  <a:pt x="1585849" y="2286"/>
                </a:lnTo>
                <a:lnTo>
                  <a:pt x="1578368" y="8382"/>
                </a:lnTo>
                <a:lnTo>
                  <a:pt x="1573288" y="17399"/>
                </a:lnTo>
                <a:lnTo>
                  <a:pt x="1571383" y="28448"/>
                </a:lnTo>
                <a:lnTo>
                  <a:pt x="1573288" y="39357"/>
                </a:lnTo>
                <a:lnTo>
                  <a:pt x="1578368" y="48374"/>
                </a:lnTo>
                <a:lnTo>
                  <a:pt x="1585849" y="54470"/>
                </a:lnTo>
                <a:lnTo>
                  <a:pt x="1594993" y="56756"/>
                </a:lnTo>
                <a:lnTo>
                  <a:pt x="1604264" y="54470"/>
                </a:lnTo>
                <a:lnTo>
                  <a:pt x="1611757" y="48374"/>
                </a:lnTo>
                <a:lnTo>
                  <a:pt x="1616837" y="39357"/>
                </a:lnTo>
                <a:lnTo>
                  <a:pt x="1618742" y="28448"/>
                </a:lnTo>
                <a:close/>
              </a:path>
              <a:path w="1885315" h="1884680">
                <a:moveTo>
                  <a:pt x="1885276" y="1860892"/>
                </a:moveTo>
                <a:lnTo>
                  <a:pt x="1882990" y="1851621"/>
                </a:lnTo>
                <a:lnTo>
                  <a:pt x="1877021" y="1844128"/>
                </a:lnTo>
                <a:lnTo>
                  <a:pt x="1868004" y="1839048"/>
                </a:lnTo>
                <a:lnTo>
                  <a:pt x="1856828" y="1837270"/>
                </a:lnTo>
                <a:lnTo>
                  <a:pt x="1845779" y="1839048"/>
                </a:lnTo>
                <a:lnTo>
                  <a:pt x="1836762" y="1844128"/>
                </a:lnTo>
                <a:lnTo>
                  <a:pt x="1830793" y="1851621"/>
                </a:lnTo>
                <a:lnTo>
                  <a:pt x="1828507" y="1860892"/>
                </a:lnTo>
                <a:lnTo>
                  <a:pt x="1830793" y="1870036"/>
                </a:lnTo>
                <a:lnTo>
                  <a:pt x="1836762" y="1877656"/>
                </a:lnTo>
                <a:lnTo>
                  <a:pt x="1845779" y="1882597"/>
                </a:lnTo>
                <a:lnTo>
                  <a:pt x="1856828" y="1884502"/>
                </a:lnTo>
                <a:lnTo>
                  <a:pt x="1868004" y="1882597"/>
                </a:lnTo>
                <a:lnTo>
                  <a:pt x="1877021" y="1877656"/>
                </a:lnTo>
                <a:lnTo>
                  <a:pt x="1882990" y="1870036"/>
                </a:lnTo>
                <a:lnTo>
                  <a:pt x="1885276" y="1860892"/>
                </a:lnTo>
                <a:close/>
              </a:path>
              <a:path w="1885315" h="1884680">
                <a:moveTo>
                  <a:pt x="1885276" y="1599057"/>
                </a:moveTo>
                <a:lnTo>
                  <a:pt x="1882990" y="1588008"/>
                </a:lnTo>
                <a:lnTo>
                  <a:pt x="1877021" y="1578991"/>
                </a:lnTo>
                <a:lnTo>
                  <a:pt x="1868004" y="1572895"/>
                </a:lnTo>
                <a:lnTo>
                  <a:pt x="1856828" y="1570736"/>
                </a:lnTo>
                <a:lnTo>
                  <a:pt x="1845779" y="1572895"/>
                </a:lnTo>
                <a:lnTo>
                  <a:pt x="1836762" y="1578991"/>
                </a:lnTo>
                <a:lnTo>
                  <a:pt x="1830793" y="1588008"/>
                </a:lnTo>
                <a:lnTo>
                  <a:pt x="1828507" y="1599057"/>
                </a:lnTo>
                <a:lnTo>
                  <a:pt x="1830793" y="1610106"/>
                </a:lnTo>
                <a:lnTo>
                  <a:pt x="1836762" y="1619123"/>
                </a:lnTo>
                <a:lnTo>
                  <a:pt x="1845779" y="1625219"/>
                </a:lnTo>
                <a:lnTo>
                  <a:pt x="1856828" y="1627378"/>
                </a:lnTo>
                <a:lnTo>
                  <a:pt x="1868004" y="1625219"/>
                </a:lnTo>
                <a:lnTo>
                  <a:pt x="1877021" y="1619123"/>
                </a:lnTo>
                <a:lnTo>
                  <a:pt x="1882990" y="1610106"/>
                </a:lnTo>
                <a:lnTo>
                  <a:pt x="1885276" y="1599057"/>
                </a:lnTo>
                <a:close/>
              </a:path>
              <a:path w="1885315" h="1884680">
                <a:moveTo>
                  <a:pt x="1885276" y="1337348"/>
                </a:moveTo>
                <a:lnTo>
                  <a:pt x="1882990" y="1328077"/>
                </a:lnTo>
                <a:lnTo>
                  <a:pt x="1877021" y="1320584"/>
                </a:lnTo>
                <a:lnTo>
                  <a:pt x="1868004" y="1315516"/>
                </a:lnTo>
                <a:lnTo>
                  <a:pt x="1856828" y="1313738"/>
                </a:lnTo>
                <a:lnTo>
                  <a:pt x="1845779" y="1315516"/>
                </a:lnTo>
                <a:lnTo>
                  <a:pt x="1836762" y="1320584"/>
                </a:lnTo>
                <a:lnTo>
                  <a:pt x="1830793" y="1328077"/>
                </a:lnTo>
                <a:lnTo>
                  <a:pt x="1828507" y="1337348"/>
                </a:lnTo>
                <a:lnTo>
                  <a:pt x="1830793" y="1346492"/>
                </a:lnTo>
                <a:lnTo>
                  <a:pt x="1836762" y="1353985"/>
                </a:lnTo>
                <a:lnTo>
                  <a:pt x="1845779" y="1359065"/>
                </a:lnTo>
                <a:lnTo>
                  <a:pt x="1856828" y="1360970"/>
                </a:lnTo>
                <a:lnTo>
                  <a:pt x="1868004" y="1359065"/>
                </a:lnTo>
                <a:lnTo>
                  <a:pt x="1877021" y="1353985"/>
                </a:lnTo>
                <a:lnTo>
                  <a:pt x="1882990" y="1346492"/>
                </a:lnTo>
                <a:lnTo>
                  <a:pt x="1885276" y="1337348"/>
                </a:lnTo>
                <a:close/>
              </a:path>
              <a:path w="1885315" h="1884680">
                <a:moveTo>
                  <a:pt x="1885276" y="1075512"/>
                </a:moveTo>
                <a:lnTo>
                  <a:pt x="1882990" y="1064475"/>
                </a:lnTo>
                <a:lnTo>
                  <a:pt x="1877021" y="1055458"/>
                </a:lnTo>
                <a:lnTo>
                  <a:pt x="1868004" y="1049362"/>
                </a:lnTo>
                <a:lnTo>
                  <a:pt x="1856828" y="1047076"/>
                </a:lnTo>
                <a:lnTo>
                  <a:pt x="1845779" y="1049362"/>
                </a:lnTo>
                <a:lnTo>
                  <a:pt x="1836762" y="1055458"/>
                </a:lnTo>
                <a:lnTo>
                  <a:pt x="1830793" y="1064475"/>
                </a:lnTo>
                <a:lnTo>
                  <a:pt x="1828507" y="1075512"/>
                </a:lnTo>
                <a:lnTo>
                  <a:pt x="1830793" y="1086561"/>
                </a:lnTo>
                <a:lnTo>
                  <a:pt x="1836762" y="1095578"/>
                </a:lnTo>
                <a:lnTo>
                  <a:pt x="1845779" y="1101674"/>
                </a:lnTo>
                <a:lnTo>
                  <a:pt x="1856828" y="1103833"/>
                </a:lnTo>
                <a:lnTo>
                  <a:pt x="1868004" y="1101674"/>
                </a:lnTo>
                <a:lnTo>
                  <a:pt x="1877021" y="1095578"/>
                </a:lnTo>
                <a:lnTo>
                  <a:pt x="1882990" y="1086561"/>
                </a:lnTo>
                <a:lnTo>
                  <a:pt x="1885276" y="1075512"/>
                </a:lnTo>
                <a:close/>
              </a:path>
              <a:path w="1885315" h="1884680">
                <a:moveTo>
                  <a:pt x="1885276" y="813816"/>
                </a:moveTo>
                <a:lnTo>
                  <a:pt x="1882990" y="804545"/>
                </a:lnTo>
                <a:lnTo>
                  <a:pt x="1877021" y="797052"/>
                </a:lnTo>
                <a:lnTo>
                  <a:pt x="1868004" y="791972"/>
                </a:lnTo>
                <a:lnTo>
                  <a:pt x="1856828" y="790067"/>
                </a:lnTo>
                <a:lnTo>
                  <a:pt x="1845779" y="791972"/>
                </a:lnTo>
                <a:lnTo>
                  <a:pt x="1836762" y="797052"/>
                </a:lnTo>
                <a:lnTo>
                  <a:pt x="1830793" y="804545"/>
                </a:lnTo>
                <a:lnTo>
                  <a:pt x="1828507" y="813816"/>
                </a:lnTo>
                <a:lnTo>
                  <a:pt x="1830793" y="822960"/>
                </a:lnTo>
                <a:lnTo>
                  <a:pt x="1836762" y="830453"/>
                </a:lnTo>
                <a:lnTo>
                  <a:pt x="1845779" y="835520"/>
                </a:lnTo>
                <a:lnTo>
                  <a:pt x="1856828" y="837425"/>
                </a:lnTo>
                <a:lnTo>
                  <a:pt x="1868004" y="835520"/>
                </a:lnTo>
                <a:lnTo>
                  <a:pt x="1877021" y="830453"/>
                </a:lnTo>
                <a:lnTo>
                  <a:pt x="1882990" y="822960"/>
                </a:lnTo>
                <a:lnTo>
                  <a:pt x="1885276" y="813816"/>
                </a:lnTo>
                <a:close/>
              </a:path>
              <a:path w="1885315" h="1884680">
                <a:moveTo>
                  <a:pt x="1885276" y="551980"/>
                </a:moveTo>
                <a:lnTo>
                  <a:pt x="1882990" y="540931"/>
                </a:lnTo>
                <a:lnTo>
                  <a:pt x="1877021" y="531914"/>
                </a:lnTo>
                <a:lnTo>
                  <a:pt x="1868004" y="525818"/>
                </a:lnTo>
                <a:lnTo>
                  <a:pt x="1856828" y="523532"/>
                </a:lnTo>
                <a:lnTo>
                  <a:pt x="1845779" y="525818"/>
                </a:lnTo>
                <a:lnTo>
                  <a:pt x="1836762" y="531914"/>
                </a:lnTo>
                <a:lnTo>
                  <a:pt x="1830793" y="540931"/>
                </a:lnTo>
                <a:lnTo>
                  <a:pt x="1828507" y="551980"/>
                </a:lnTo>
                <a:lnTo>
                  <a:pt x="1830793" y="563029"/>
                </a:lnTo>
                <a:lnTo>
                  <a:pt x="1836762" y="572046"/>
                </a:lnTo>
                <a:lnTo>
                  <a:pt x="1845779" y="578142"/>
                </a:lnTo>
                <a:lnTo>
                  <a:pt x="1856828" y="580301"/>
                </a:lnTo>
                <a:lnTo>
                  <a:pt x="1868004" y="578142"/>
                </a:lnTo>
                <a:lnTo>
                  <a:pt x="1877021" y="572046"/>
                </a:lnTo>
                <a:lnTo>
                  <a:pt x="1882990" y="563029"/>
                </a:lnTo>
                <a:lnTo>
                  <a:pt x="1885276" y="551980"/>
                </a:lnTo>
                <a:close/>
              </a:path>
              <a:path w="1885315" h="1884680">
                <a:moveTo>
                  <a:pt x="1885276" y="294970"/>
                </a:moveTo>
                <a:lnTo>
                  <a:pt x="1882990" y="283921"/>
                </a:lnTo>
                <a:lnTo>
                  <a:pt x="1877021" y="274904"/>
                </a:lnTo>
                <a:lnTo>
                  <a:pt x="1868004" y="268820"/>
                </a:lnTo>
                <a:lnTo>
                  <a:pt x="1856828" y="266534"/>
                </a:lnTo>
                <a:lnTo>
                  <a:pt x="1845779" y="268820"/>
                </a:lnTo>
                <a:lnTo>
                  <a:pt x="1836762" y="274904"/>
                </a:lnTo>
                <a:lnTo>
                  <a:pt x="1830793" y="283921"/>
                </a:lnTo>
                <a:lnTo>
                  <a:pt x="1828507" y="294970"/>
                </a:lnTo>
                <a:lnTo>
                  <a:pt x="1830793" y="306019"/>
                </a:lnTo>
                <a:lnTo>
                  <a:pt x="1836762" y="315036"/>
                </a:lnTo>
                <a:lnTo>
                  <a:pt x="1845779" y="321005"/>
                </a:lnTo>
                <a:lnTo>
                  <a:pt x="1856828" y="323291"/>
                </a:lnTo>
                <a:lnTo>
                  <a:pt x="1868004" y="321005"/>
                </a:lnTo>
                <a:lnTo>
                  <a:pt x="1877021" y="315036"/>
                </a:lnTo>
                <a:lnTo>
                  <a:pt x="1882990" y="306019"/>
                </a:lnTo>
                <a:lnTo>
                  <a:pt x="1885276" y="294970"/>
                </a:lnTo>
                <a:close/>
              </a:path>
              <a:path w="1885315" h="1884680">
                <a:moveTo>
                  <a:pt x="1885276" y="28448"/>
                </a:moveTo>
                <a:lnTo>
                  <a:pt x="1882990" y="17399"/>
                </a:lnTo>
                <a:lnTo>
                  <a:pt x="1877021" y="8382"/>
                </a:lnTo>
                <a:lnTo>
                  <a:pt x="1868004" y="2286"/>
                </a:lnTo>
                <a:lnTo>
                  <a:pt x="1856828" y="0"/>
                </a:lnTo>
                <a:lnTo>
                  <a:pt x="1845779" y="2286"/>
                </a:lnTo>
                <a:lnTo>
                  <a:pt x="1836762" y="8382"/>
                </a:lnTo>
                <a:lnTo>
                  <a:pt x="1830793" y="17399"/>
                </a:lnTo>
                <a:lnTo>
                  <a:pt x="1828507" y="28448"/>
                </a:lnTo>
                <a:lnTo>
                  <a:pt x="1830793" y="39357"/>
                </a:lnTo>
                <a:lnTo>
                  <a:pt x="1836762" y="48374"/>
                </a:lnTo>
                <a:lnTo>
                  <a:pt x="1845779" y="54470"/>
                </a:lnTo>
                <a:lnTo>
                  <a:pt x="1856828" y="56756"/>
                </a:lnTo>
                <a:lnTo>
                  <a:pt x="1868004" y="54470"/>
                </a:lnTo>
                <a:lnTo>
                  <a:pt x="1877021" y="48374"/>
                </a:lnTo>
                <a:lnTo>
                  <a:pt x="1882990" y="39357"/>
                </a:lnTo>
                <a:lnTo>
                  <a:pt x="1885276" y="28448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11147098"/>
            <a:ext cx="20107275" cy="152400"/>
          </a:xfrm>
          <a:custGeom>
            <a:avLst/>
            <a:gdLst/>
            <a:ahLst/>
            <a:cxnLst/>
            <a:rect l="l" t="t" r="r" b="b"/>
            <a:pathLst>
              <a:path w="20107275" h="152400">
                <a:moveTo>
                  <a:pt x="20104100" y="24"/>
                </a:moveTo>
                <a:lnTo>
                  <a:pt x="0" y="24"/>
                </a:lnTo>
                <a:lnTo>
                  <a:pt x="0" y="151930"/>
                </a:lnTo>
                <a:lnTo>
                  <a:pt x="20104100" y="151930"/>
                </a:lnTo>
                <a:lnTo>
                  <a:pt x="20104100" y="2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849"/>
            <a:ext cx="20107275" cy="11148695"/>
          </a:xfrm>
          <a:custGeom>
            <a:avLst/>
            <a:gdLst/>
            <a:ahLst/>
            <a:cxnLst/>
            <a:rect l="l" t="t" r="r" b="b"/>
            <a:pathLst>
              <a:path w="20107275" h="11148695">
                <a:moveTo>
                  <a:pt x="20104100" y="1785"/>
                </a:moveTo>
                <a:lnTo>
                  <a:pt x="0" y="1785"/>
                </a:lnTo>
                <a:lnTo>
                  <a:pt x="0" y="11148593"/>
                </a:lnTo>
                <a:lnTo>
                  <a:pt x="20104100" y="11148593"/>
                </a:lnTo>
                <a:lnTo>
                  <a:pt x="20104100" y="178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09789" y="1031709"/>
            <a:ext cx="2385695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6155" y="2090342"/>
            <a:ext cx="10399394" cy="7332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nformatica.sp.senai.br/" TargetMode="External"/><Relationship Id="rId2" Type="http://schemas.openxmlformats.org/officeDocument/2006/relationships/hyperlink" Target="https://www.linkedin.com/school/senaiinf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7275" cy="11299825"/>
            <a:chOff x="0" y="0"/>
            <a:chExt cx="20107275" cy="11299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29942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10375" y="4825357"/>
              <a:ext cx="6486525" cy="1656714"/>
            </a:xfrm>
            <a:custGeom>
              <a:avLst/>
              <a:gdLst/>
              <a:ahLst/>
              <a:cxnLst/>
              <a:rect l="l" t="t" r="r" b="b"/>
              <a:pathLst>
                <a:path w="6486525" h="1656714">
                  <a:moveTo>
                    <a:pt x="6484044" y="1022"/>
                  </a:moveTo>
                  <a:lnTo>
                    <a:pt x="-1075" y="1022"/>
                  </a:lnTo>
                  <a:lnTo>
                    <a:pt x="-1075" y="1657222"/>
                  </a:lnTo>
                  <a:lnTo>
                    <a:pt x="6484044" y="1657222"/>
                  </a:lnTo>
                  <a:lnTo>
                    <a:pt x="6484044" y="1022"/>
                  </a:lnTo>
                  <a:close/>
                </a:path>
              </a:pathLst>
            </a:custGeom>
            <a:solidFill>
              <a:srgbClr val="E10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9295" y="5035770"/>
              <a:ext cx="6485255" cy="1228090"/>
            </a:xfrm>
            <a:custGeom>
              <a:avLst/>
              <a:gdLst/>
              <a:ahLst/>
              <a:cxnLst/>
              <a:rect l="l" t="t" r="r" b="b"/>
              <a:pathLst>
                <a:path w="6485255" h="1228089">
                  <a:moveTo>
                    <a:pt x="348322" y="1159471"/>
                  </a:moveTo>
                  <a:lnTo>
                    <a:pt x="0" y="1159471"/>
                  </a:lnTo>
                  <a:lnTo>
                    <a:pt x="0" y="1203007"/>
                  </a:lnTo>
                  <a:lnTo>
                    <a:pt x="348322" y="1203007"/>
                  </a:lnTo>
                  <a:lnTo>
                    <a:pt x="348322" y="1159471"/>
                  </a:lnTo>
                  <a:close/>
                </a:path>
                <a:path w="6485255" h="1228089">
                  <a:moveTo>
                    <a:pt x="348322" y="880910"/>
                  </a:moveTo>
                  <a:lnTo>
                    <a:pt x="0" y="880910"/>
                  </a:lnTo>
                  <a:lnTo>
                    <a:pt x="0" y="924420"/>
                  </a:lnTo>
                  <a:lnTo>
                    <a:pt x="348322" y="924420"/>
                  </a:lnTo>
                  <a:lnTo>
                    <a:pt x="348322" y="880910"/>
                  </a:lnTo>
                  <a:close/>
                </a:path>
                <a:path w="6485255" h="1228089">
                  <a:moveTo>
                    <a:pt x="348322" y="592023"/>
                  </a:moveTo>
                  <a:lnTo>
                    <a:pt x="0" y="592023"/>
                  </a:lnTo>
                  <a:lnTo>
                    <a:pt x="0" y="635546"/>
                  </a:lnTo>
                  <a:lnTo>
                    <a:pt x="348322" y="635546"/>
                  </a:lnTo>
                  <a:lnTo>
                    <a:pt x="348322" y="592023"/>
                  </a:lnTo>
                  <a:close/>
                </a:path>
                <a:path w="6485255" h="1228089">
                  <a:moveTo>
                    <a:pt x="348322" y="307009"/>
                  </a:moveTo>
                  <a:lnTo>
                    <a:pt x="0" y="307009"/>
                  </a:lnTo>
                  <a:lnTo>
                    <a:pt x="0" y="350596"/>
                  </a:lnTo>
                  <a:lnTo>
                    <a:pt x="348322" y="350596"/>
                  </a:lnTo>
                  <a:lnTo>
                    <a:pt x="348322" y="307009"/>
                  </a:lnTo>
                  <a:close/>
                </a:path>
                <a:path w="6485255" h="1228089">
                  <a:moveTo>
                    <a:pt x="348322" y="29375"/>
                  </a:moveTo>
                  <a:lnTo>
                    <a:pt x="0" y="29375"/>
                  </a:lnTo>
                  <a:lnTo>
                    <a:pt x="0" y="72898"/>
                  </a:lnTo>
                  <a:lnTo>
                    <a:pt x="348322" y="72898"/>
                  </a:lnTo>
                  <a:lnTo>
                    <a:pt x="348322" y="29375"/>
                  </a:lnTo>
                  <a:close/>
                </a:path>
                <a:path w="6485255" h="1228089">
                  <a:moveTo>
                    <a:pt x="1596009" y="267169"/>
                  </a:moveTo>
                  <a:lnTo>
                    <a:pt x="1593215" y="228574"/>
                  </a:lnTo>
                  <a:lnTo>
                    <a:pt x="1583055" y="183362"/>
                  </a:lnTo>
                  <a:lnTo>
                    <a:pt x="1567053" y="148196"/>
                  </a:lnTo>
                  <a:lnTo>
                    <a:pt x="1518678" y="90665"/>
                  </a:lnTo>
                  <a:lnTo>
                    <a:pt x="1487436" y="67818"/>
                  </a:lnTo>
                  <a:lnTo>
                    <a:pt x="1452016" y="48641"/>
                  </a:lnTo>
                  <a:lnTo>
                    <a:pt x="1413154" y="32893"/>
                  </a:lnTo>
                  <a:lnTo>
                    <a:pt x="1371257" y="20447"/>
                  </a:lnTo>
                  <a:lnTo>
                    <a:pt x="1326934" y="11176"/>
                  </a:lnTo>
                  <a:lnTo>
                    <a:pt x="1280845" y="4826"/>
                  </a:lnTo>
                  <a:lnTo>
                    <a:pt x="1233220" y="1143"/>
                  </a:lnTo>
                  <a:lnTo>
                    <a:pt x="1184719" y="0"/>
                  </a:lnTo>
                  <a:lnTo>
                    <a:pt x="1138377" y="889"/>
                  </a:lnTo>
                  <a:lnTo>
                    <a:pt x="1091895" y="3810"/>
                  </a:lnTo>
                  <a:lnTo>
                    <a:pt x="1045679" y="8890"/>
                  </a:lnTo>
                  <a:lnTo>
                    <a:pt x="1000086" y="16256"/>
                  </a:lnTo>
                  <a:lnTo>
                    <a:pt x="955268" y="26289"/>
                  </a:lnTo>
                  <a:lnTo>
                    <a:pt x="911580" y="38989"/>
                  </a:lnTo>
                  <a:lnTo>
                    <a:pt x="869429" y="54610"/>
                  </a:lnTo>
                  <a:lnTo>
                    <a:pt x="828929" y="73279"/>
                  </a:lnTo>
                  <a:lnTo>
                    <a:pt x="790575" y="95110"/>
                  </a:lnTo>
                  <a:lnTo>
                    <a:pt x="754507" y="120637"/>
                  </a:lnTo>
                  <a:lnTo>
                    <a:pt x="721118" y="149593"/>
                  </a:lnTo>
                  <a:lnTo>
                    <a:pt x="690638" y="182473"/>
                  </a:lnTo>
                  <a:lnTo>
                    <a:pt x="663346" y="219303"/>
                  </a:lnTo>
                  <a:lnTo>
                    <a:pt x="639597" y="260438"/>
                  </a:lnTo>
                  <a:lnTo>
                    <a:pt x="619658" y="305904"/>
                  </a:lnTo>
                  <a:lnTo>
                    <a:pt x="603910" y="355803"/>
                  </a:lnTo>
                  <a:lnTo>
                    <a:pt x="596290" y="409130"/>
                  </a:lnTo>
                  <a:lnTo>
                    <a:pt x="596417" y="459295"/>
                  </a:lnTo>
                  <a:lnTo>
                    <a:pt x="604545" y="505891"/>
                  </a:lnTo>
                  <a:lnTo>
                    <a:pt x="620928" y="548309"/>
                  </a:lnTo>
                  <a:lnTo>
                    <a:pt x="645693" y="585635"/>
                  </a:lnTo>
                  <a:lnTo>
                    <a:pt x="678827" y="617512"/>
                  </a:lnTo>
                  <a:lnTo>
                    <a:pt x="720864" y="643153"/>
                  </a:lnTo>
                  <a:lnTo>
                    <a:pt x="774700" y="666775"/>
                  </a:lnTo>
                  <a:lnTo>
                    <a:pt x="828294" y="685952"/>
                  </a:lnTo>
                  <a:lnTo>
                    <a:pt x="880859" y="701827"/>
                  </a:lnTo>
                  <a:lnTo>
                    <a:pt x="931519" y="715416"/>
                  </a:lnTo>
                  <a:lnTo>
                    <a:pt x="1024089" y="738771"/>
                  </a:lnTo>
                  <a:lnTo>
                    <a:pt x="1064221" y="750582"/>
                  </a:lnTo>
                  <a:lnTo>
                    <a:pt x="1128344" y="779157"/>
                  </a:lnTo>
                  <a:lnTo>
                    <a:pt x="1165288" y="820293"/>
                  </a:lnTo>
                  <a:lnTo>
                    <a:pt x="1171638" y="847979"/>
                  </a:lnTo>
                  <a:lnTo>
                    <a:pt x="1168590" y="881494"/>
                  </a:lnTo>
                  <a:lnTo>
                    <a:pt x="1149045" y="923912"/>
                  </a:lnTo>
                  <a:lnTo>
                    <a:pt x="1113993" y="956805"/>
                  </a:lnTo>
                  <a:lnTo>
                    <a:pt x="1069047" y="980287"/>
                  </a:lnTo>
                  <a:lnTo>
                    <a:pt x="1019771" y="994384"/>
                  </a:lnTo>
                  <a:lnTo>
                    <a:pt x="972032" y="999083"/>
                  </a:lnTo>
                  <a:lnTo>
                    <a:pt x="917422" y="994003"/>
                  </a:lnTo>
                  <a:lnTo>
                    <a:pt x="872350" y="979271"/>
                  </a:lnTo>
                  <a:lnTo>
                    <a:pt x="837806" y="955027"/>
                  </a:lnTo>
                  <a:lnTo>
                    <a:pt x="815213" y="921372"/>
                  </a:lnTo>
                  <a:lnTo>
                    <a:pt x="805815" y="878967"/>
                  </a:lnTo>
                  <a:lnTo>
                    <a:pt x="810768" y="827659"/>
                  </a:lnTo>
                  <a:lnTo>
                    <a:pt x="483920" y="827659"/>
                  </a:lnTo>
                  <a:lnTo>
                    <a:pt x="475665" y="881621"/>
                  </a:lnTo>
                  <a:lnTo>
                    <a:pt x="473125" y="930897"/>
                  </a:lnTo>
                  <a:lnTo>
                    <a:pt x="476046" y="975588"/>
                  </a:lnTo>
                  <a:lnTo>
                    <a:pt x="484047" y="1015847"/>
                  </a:lnTo>
                  <a:lnTo>
                    <a:pt x="496874" y="1051902"/>
                  </a:lnTo>
                  <a:lnTo>
                    <a:pt x="535724" y="1112100"/>
                  </a:lnTo>
                  <a:lnTo>
                    <a:pt x="590448" y="1157935"/>
                  </a:lnTo>
                  <a:lnTo>
                    <a:pt x="658520" y="1190955"/>
                  </a:lnTo>
                  <a:lnTo>
                    <a:pt x="696861" y="1203007"/>
                  </a:lnTo>
                  <a:lnTo>
                    <a:pt x="737755" y="1212532"/>
                  </a:lnTo>
                  <a:lnTo>
                    <a:pt x="780796" y="1219517"/>
                  </a:lnTo>
                  <a:lnTo>
                    <a:pt x="825754" y="1224343"/>
                  </a:lnTo>
                  <a:lnTo>
                    <a:pt x="872350" y="1227010"/>
                  </a:lnTo>
                  <a:lnTo>
                    <a:pt x="920216" y="1227899"/>
                  </a:lnTo>
                  <a:lnTo>
                    <a:pt x="971397" y="1226502"/>
                  </a:lnTo>
                  <a:lnTo>
                    <a:pt x="1022057" y="1222438"/>
                  </a:lnTo>
                  <a:lnTo>
                    <a:pt x="1072083" y="1215453"/>
                  </a:lnTo>
                  <a:lnTo>
                    <a:pt x="1121105" y="1205674"/>
                  </a:lnTo>
                  <a:lnTo>
                    <a:pt x="1168717" y="1192987"/>
                  </a:lnTo>
                  <a:lnTo>
                    <a:pt x="1214818" y="1177620"/>
                  </a:lnTo>
                  <a:lnTo>
                    <a:pt x="1258874" y="1159205"/>
                  </a:lnTo>
                  <a:lnTo>
                    <a:pt x="1300784" y="1137996"/>
                  </a:lnTo>
                  <a:lnTo>
                    <a:pt x="1340015" y="1113878"/>
                  </a:lnTo>
                  <a:lnTo>
                    <a:pt x="1376337" y="1086827"/>
                  </a:lnTo>
                  <a:lnTo>
                    <a:pt x="1409598" y="1056728"/>
                  </a:lnTo>
                  <a:lnTo>
                    <a:pt x="1439189" y="1023848"/>
                  </a:lnTo>
                  <a:lnTo>
                    <a:pt x="1464970" y="987907"/>
                  </a:lnTo>
                  <a:lnTo>
                    <a:pt x="1486674" y="948931"/>
                  </a:lnTo>
                  <a:lnTo>
                    <a:pt x="1503819" y="906894"/>
                  </a:lnTo>
                  <a:lnTo>
                    <a:pt x="1516265" y="861949"/>
                  </a:lnTo>
                  <a:lnTo>
                    <a:pt x="1524901" y="805688"/>
                  </a:lnTo>
                  <a:lnTo>
                    <a:pt x="1525917" y="755916"/>
                  </a:lnTo>
                  <a:lnTo>
                    <a:pt x="1520202" y="712241"/>
                  </a:lnTo>
                  <a:lnTo>
                    <a:pt x="1508137" y="674014"/>
                  </a:lnTo>
                  <a:lnTo>
                    <a:pt x="1467764" y="612432"/>
                  </a:lnTo>
                  <a:lnTo>
                    <a:pt x="1410233" y="567220"/>
                  </a:lnTo>
                  <a:lnTo>
                    <a:pt x="1340904" y="534593"/>
                  </a:lnTo>
                  <a:lnTo>
                    <a:pt x="1303324" y="521766"/>
                  </a:lnTo>
                  <a:lnTo>
                    <a:pt x="1264716" y="510717"/>
                  </a:lnTo>
                  <a:lnTo>
                    <a:pt x="1225867" y="500811"/>
                  </a:lnTo>
                  <a:lnTo>
                    <a:pt x="1149426" y="482523"/>
                  </a:lnTo>
                  <a:lnTo>
                    <a:pt x="1113358" y="473392"/>
                  </a:lnTo>
                  <a:lnTo>
                    <a:pt x="1063332" y="458660"/>
                  </a:lnTo>
                  <a:lnTo>
                    <a:pt x="1015707" y="440118"/>
                  </a:lnTo>
                  <a:lnTo>
                    <a:pt x="976858" y="415353"/>
                  </a:lnTo>
                  <a:lnTo>
                    <a:pt x="953236" y="381584"/>
                  </a:lnTo>
                  <a:lnTo>
                    <a:pt x="951204" y="336245"/>
                  </a:lnTo>
                  <a:lnTo>
                    <a:pt x="971524" y="294601"/>
                  </a:lnTo>
                  <a:lnTo>
                    <a:pt x="1009484" y="260311"/>
                  </a:lnTo>
                  <a:lnTo>
                    <a:pt x="1059268" y="237083"/>
                  </a:lnTo>
                  <a:lnTo>
                    <a:pt x="1114755" y="228574"/>
                  </a:lnTo>
                  <a:lnTo>
                    <a:pt x="1153477" y="230987"/>
                  </a:lnTo>
                  <a:lnTo>
                    <a:pt x="1212532" y="249897"/>
                  </a:lnTo>
                  <a:lnTo>
                    <a:pt x="1247698" y="286346"/>
                  </a:lnTo>
                  <a:lnTo>
                    <a:pt x="1257985" y="338404"/>
                  </a:lnTo>
                  <a:lnTo>
                    <a:pt x="1253159" y="370535"/>
                  </a:lnTo>
                  <a:lnTo>
                    <a:pt x="1580007" y="370535"/>
                  </a:lnTo>
                  <a:lnTo>
                    <a:pt x="1591818" y="316318"/>
                  </a:lnTo>
                  <a:lnTo>
                    <a:pt x="1596009" y="267169"/>
                  </a:lnTo>
                  <a:close/>
                </a:path>
                <a:path w="6485255" h="1228089">
                  <a:moveTo>
                    <a:pt x="2776283" y="24384"/>
                  </a:moveTo>
                  <a:lnTo>
                    <a:pt x="1877390" y="24384"/>
                  </a:lnTo>
                  <a:lnTo>
                    <a:pt x="1626616" y="1203134"/>
                  </a:lnTo>
                  <a:lnTo>
                    <a:pt x="2525496" y="1203134"/>
                  </a:lnTo>
                  <a:lnTo>
                    <a:pt x="2574264" y="974572"/>
                  </a:lnTo>
                  <a:lnTo>
                    <a:pt x="2002218" y="974572"/>
                  </a:lnTo>
                  <a:lnTo>
                    <a:pt x="2055291" y="724801"/>
                  </a:lnTo>
                  <a:lnTo>
                    <a:pt x="2581503" y="724801"/>
                  </a:lnTo>
                  <a:lnTo>
                    <a:pt x="2630005" y="496366"/>
                  </a:lnTo>
                  <a:lnTo>
                    <a:pt x="2103805" y="496366"/>
                  </a:lnTo>
                  <a:lnTo>
                    <a:pt x="2155482" y="252945"/>
                  </a:lnTo>
                  <a:lnTo>
                    <a:pt x="2727528" y="252945"/>
                  </a:lnTo>
                  <a:lnTo>
                    <a:pt x="2776283" y="24384"/>
                  </a:lnTo>
                  <a:close/>
                </a:path>
                <a:path w="6485255" h="1228089">
                  <a:moveTo>
                    <a:pt x="4111612" y="24384"/>
                  </a:moveTo>
                  <a:lnTo>
                    <a:pt x="3817391" y="24384"/>
                  </a:lnTo>
                  <a:lnTo>
                    <a:pt x="3631120" y="899401"/>
                  </a:lnTo>
                  <a:lnTo>
                    <a:pt x="3627310" y="902830"/>
                  </a:lnTo>
                  <a:lnTo>
                    <a:pt x="3418675" y="24384"/>
                  </a:lnTo>
                  <a:lnTo>
                    <a:pt x="2961043" y="24384"/>
                  </a:lnTo>
                  <a:lnTo>
                    <a:pt x="2710129" y="1203134"/>
                  </a:lnTo>
                  <a:lnTo>
                    <a:pt x="3004337" y="1203134"/>
                  </a:lnTo>
                  <a:lnTo>
                    <a:pt x="3196336" y="300443"/>
                  </a:lnTo>
                  <a:lnTo>
                    <a:pt x="3199638" y="300443"/>
                  </a:lnTo>
                  <a:lnTo>
                    <a:pt x="3408007" y="1203134"/>
                  </a:lnTo>
                  <a:lnTo>
                    <a:pt x="3860698" y="1203134"/>
                  </a:lnTo>
                  <a:lnTo>
                    <a:pt x="4111612" y="24384"/>
                  </a:lnTo>
                  <a:close/>
                </a:path>
                <a:path w="6485255" h="1228089">
                  <a:moveTo>
                    <a:pt x="5312080" y="1203134"/>
                  </a:moveTo>
                  <a:lnTo>
                    <a:pt x="5270043" y="972921"/>
                  </a:lnTo>
                  <a:lnTo>
                    <a:pt x="5228387" y="744359"/>
                  </a:lnTo>
                  <a:lnTo>
                    <a:pt x="5097094" y="24384"/>
                  </a:lnTo>
                  <a:lnTo>
                    <a:pt x="4881740" y="24384"/>
                  </a:lnTo>
                  <a:lnTo>
                    <a:pt x="4881740" y="744359"/>
                  </a:lnTo>
                  <a:lnTo>
                    <a:pt x="4566323" y="744359"/>
                  </a:lnTo>
                  <a:lnTo>
                    <a:pt x="4830699" y="254596"/>
                  </a:lnTo>
                  <a:lnTo>
                    <a:pt x="4835652" y="254596"/>
                  </a:lnTo>
                  <a:lnTo>
                    <a:pt x="4881740" y="744359"/>
                  </a:lnTo>
                  <a:lnTo>
                    <a:pt x="4881740" y="24384"/>
                  </a:lnTo>
                  <a:lnTo>
                    <a:pt x="4698377" y="24384"/>
                  </a:lnTo>
                  <a:lnTo>
                    <a:pt x="3981577" y="1203134"/>
                  </a:lnTo>
                  <a:lnTo>
                    <a:pt x="4308551" y="1203134"/>
                  </a:lnTo>
                  <a:lnTo>
                    <a:pt x="4434395" y="972921"/>
                  </a:lnTo>
                  <a:lnTo>
                    <a:pt x="4913236" y="972921"/>
                  </a:lnTo>
                  <a:lnTo>
                    <a:pt x="4942687" y="1203134"/>
                  </a:lnTo>
                  <a:lnTo>
                    <a:pt x="5312080" y="1203134"/>
                  </a:lnTo>
                  <a:close/>
                </a:path>
                <a:path w="6485255" h="1228089">
                  <a:moveTo>
                    <a:pt x="6014021" y="24384"/>
                  </a:moveTo>
                  <a:lnTo>
                    <a:pt x="5687174" y="24384"/>
                  </a:lnTo>
                  <a:lnTo>
                    <a:pt x="5436260" y="1203134"/>
                  </a:lnTo>
                  <a:lnTo>
                    <a:pt x="5763107" y="1203134"/>
                  </a:lnTo>
                  <a:lnTo>
                    <a:pt x="6014021" y="24384"/>
                  </a:lnTo>
                  <a:close/>
                </a:path>
                <a:path w="6485255" h="1228089">
                  <a:moveTo>
                    <a:pt x="6485014" y="1159471"/>
                  </a:moveTo>
                  <a:lnTo>
                    <a:pt x="6136691" y="1159471"/>
                  </a:lnTo>
                  <a:lnTo>
                    <a:pt x="6136691" y="1203007"/>
                  </a:lnTo>
                  <a:lnTo>
                    <a:pt x="6485014" y="1203007"/>
                  </a:lnTo>
                  <a:lnTo>
                    <a:pt x="6485014" y="1159471"/>
                  </a:lnTo>
                  <a:close/>
                </a:path>
                <a:path w="6485255" h="1228089">
                  <a:moveTo>
                    <a:pt x="6485014" y="880910"/>
                  </a:moveTo>
                  <a:lnTo>
                    <a:pt x="6136691" y="880910"/>
                  </a:lnTo>
                  <a:lnTo>
                    <a:pt x="6136691" y="924420"/>
                  </a:lnTo>
                  <a:lnTo>
                    <a:pt x="6485014" y="924420"/>
                  </a:lnTo>
                  <a:lnTo>
                    <a:pt x="6485014" y="880910"/>
                  </a:lnTo>
                  <a:close/>
                </a:path>
                <a:path w="6485255" h="1228089">
                  <a:moveTo>
                    <a:pt x="6485014" y="592023"/>
                  </a:moveTo>
                  <a:lnTo>
                    <a:pt x="6136691" y="592023"/>
                  </a:lnTo>
                  <a:lnTo>
                    <a:pt x="6136691" y="635546"/>
                  </a:lnTo>
                  <a:lnTo>
                    <a:pt x="6485014" y="635546"/>
                  </a:lnTo>
                  <a:lnTo>
                    <a:pt x="6485014" y="592023"/>
                  </a:lnTo>
                  <a:close/>
                </a:path>
                <a:path w="6485255" h="1228089">
                  <a:moveTo>
                    <a:pt x="6485014" y="307009"/>
                  </a:moveTo>
                  <a:lnTo>
                    <a:pt x="6136691" y="307009"/>
                  </a:lnTo>
                  <a:lnTo>
                    <a:pt x="6136691" y="350596"/>
                  </a:lnTo>
                  <a:lnTo>
                    <a:pt x="6485014" y="350596"/>
                  </a:lnTo>
                  <a:lnTo>
                    <a:pt x="6485014" y="307009"/>
                  </a:lnTo>
                  <a:close/>
                </a:path>
                <a:path w="6485255" h="1228089">
                  <a:moveTo>
                    <a:pt x="6485014" y="29375"/>
                  </a:moveTo>
                  <a:lnTo>
                    <a:pt x="6136691" y="29375"/>
                  </a:lnTo>
                  <a:lnTo>
                    <a:pt x="6136691" y="72898"/>
                  </a:lnTo>
                  <a:lnTo>
                    <a:pt x="6485014" y="72898"/>
                  </a:lnTo>
                  <a:lnTo>
                    <a:pt x="6485014" y="293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47098"/>
              <a:ext cx="20107275" cy="152400"/>
            </a:xfrm>
            <a:custGeom>
              <a:avLst/>
              <a:gdLst/>
              <a:ahLst/>
              <a:cxnLst/>
              <a:rect l="l" t="t" r="r" b="b"/>
              <a:pathLst>
                <a:path w="20107275" h="152400">
                  <a:moveTo>
                    <a:pt x="20104100" y="24"/>
                  </a:moveTo>
                  <a:lnTo>
                    <a:pt x="0" y="24"/>
                  </a:lnTo>
                  <a:lnTo>
                    <a:pt x="0" y="151930"/>
                  </a:lnTo>
                  <a:lnTo>
                    <a:pt x="20104100" y="151930"/>
                  </a:lnTo>
                  <a:lnTo>
                    <a:pt x="20104100" y="2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7978" y="3011263"/>
            <a:ext cx="1316609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0"/>
              </a:spcBef>
            </a:pPr>
            <a:r>
              <a:rPr sz="6000" b="0" spc="120" dirty="0">
                <a:latin typeface="Verdana"/>
                <a:cs typeface="Verdana"/>
              </a:rPr>
              <a:t>Bem-</a:t>
            </a:r>
            <a:r>
              <a:rPr sz="6000" b="0" spc="-40" dirty="0">
                <a:latin typeface="Verdana"/>
                <a:cs typeface="Verdana"/>
              </a:rPr>
              <a:t>vindos</a:t>
            </a:r>
            <a:r>
              <a:rPr sz="6000" b="0" spc="-615" dirty="0">
                <a:latin typeface="Verdana"/>
                <a:cs typeface="Verdana"/>
              </a:rPr>
              <a:t> </a:t>
            </a:r>
            <a:r>
              <a:rPr sz="6000" b="0" spc="-505" dirty="0">
                <a:latin typeface="Verdana"/>
                <a:cs typeface="Verdana"/>
              </a:rPr>
              <a:t>(as)</a:t>
            </a:r>
            <a:r>
              <a:rPr sz="6000" b="0" spc="-565" dirty="0">
                <a:latin typeface="Verdana"/>
                <a:cs typeface="Verdana"/>
              </a:rPr>
              <a:t> </a:t>
            </a:r>
            <a:r>
              <a:rPr sz="6000" b="0" spc="-20" dirty="0">
                <a:latin typeface="Verdana"/>
                <a:cs typeface="Verdana"/>
              </a:rPr>
              <a:t>ao</a:t>
            </a:r>
            <a:r>
              <a:rPr sz="6000" b="0" spc="-560" dirty="0">
                <a:latin typeface="Verdana"/>
                <a:cs typeface="Verdana"/>
              </a:rPr>
              <a:t> </a:t>
            </a:r>
            <a:r>
              <a:rPr sz="6000" b="0" spc="-10" dirty="0">
                <a:latin typeface="Verdana"/>
                <a:cs typeface="Verdana"/>
              </a:rPr>
              <a:t>curso</a:t>
            </a:r>
            <a:endParaRPr sz="6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6000" spc="-155" dirty="0"/>
              <a:t>Desenvolvimento</a:t>
            </a:r>
            <a:r>
              <a:rPr sz="6000" spc="-360" dirty="0"/>
              <a:t> </a:t>
            </a:r>
            <a:r>
              <a:rPr sz="6000" spc="-45" dirty="0"/>
              <a:t>em</a:t>
            </a:r>
            <a:r>
              <a:rPr sz="6000" spc="-365" dirty="0"/>
              <a:t> </a:t>
            </a:r>
            <a:r>
              <a:rPr sz="6000" spc="-105" dirty="0"/>
              <a:t>JavaScript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8625" y="5921075"/>
            <a:ext cx="3884315" cy="3883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789" y="588581"/>
            <a:ext cx="8273415" cy="2999105"/>
          </a:xfrm>
          <a:prstGeom prst="rect">
            <a:avLst/>
          </a:prstGeom>
        </p:spPr>
        <p:txBody>
          <a:bodyPr vert="horz" wrap="square" lIns="0" tIns="455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85"/>
              </a:spcBef>
            </a:pPr>
            <a:r>
              <a:rPr spc="715" dirty="0"/>
              <a:t>SENAI</a:t>
            </a:r>
          </a:p>
          <a:p>
            <a:pPr marL="12700" marR="5080">
              <a:lnSpc>
                <a:spcPts val="7130"/>
              </a:lnSpc>
              <a:spcBef>
                <a:spcPts val="235"/>
              </a:spcBef>
            </a:pPr>
            <a:r>
              <a:rPr sz="3600" spc="380" dirty="0"/>
              <a:t>Serviço</a:t>
            </a:r>
            <a:r>
              <a:rPr sz="3600" spc="165" dirty="0"/>
              <a:t> </a:t>
            </a:r>
            <a:r>
              <a:rPr sz="3600" spc="380" dirty="0"/>
              <a:t>Nacional</a:t>
            </a:r>
            <a:r>
              <a:rPr sz="3600" spc="165" dirty="0"/>
              <a:t> </a:t>
            </a:r>
            <a:r>
              <a:rPr sz="3600" spc="465" dirty="0"/>
              <a:t>de</a:t>
            </a:r>
            <a:r>
              <a:rPr sz="3600" spc="170" dirty="0"/>
              <a:t> </a:t>
            </a:r>
            <a:r>
              <a:rPr sz="3600" spc="470" dirty="0"/>
              <a:t>Aprendizagem </a:t>
            </a:r>
            <a:r>
              <a:rPr sz="3600" spc="320" dirty="0"/>
              <a:t>Industrial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338639" y="6053564"/>
            <a:ext cx="6141085" cy="221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00"/>
              </a:spcBef>
            </a:pPr>
            <a:r>
              <a:rPr sz="2400" b="1" spc="390" dirty="0">
                <a:solidFill>
                  <a:srgbClr val="4D4D4D"/>
                </a:solidFill>
                <a:latin typeface="Calibri"/>
                <a:cs typeface="Calibri"/>
              </a:rPr>
              <a:t>O</a:t>
            </a:r>
            <a:r>
              <a:rPr sz="2400" b="1" spc="1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330" dirty="0">
                <a:solidFill>
                  <a:srgbClr val="4D4D4D"/>
                </a:solidFill>
                <a:latin typeface="Calibri"/>
                <a:cs typeface="Calibri"/>
              </a:rPr>
              <a:t>SENAI</a:t>
            </a:r>
            <a:r>
              <a:rPr sz="2400" b="1" spc="18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50" dirty="0">
                <a:solidFill>
                  <a:srgbClr val="4D4D4D"/>
                </a:solidFill>
                <a:latin typeface="Calibri"/>
                <a:cs typeface="Calibri"/>
              </a:rPr>
              <a:t>(Serviço</a:t>
            </a:r>
            <a:r>
              <a:rPr sz="2400" b="1" spc="15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75" dirty="0">
                <a:solidFill>
                  <a:srgbClr val="4D4D4D"/>
                </a:solidFill>
                <a:latin typeface="Calibri"/>
                <a:cs typeface="Calibri"/>
              </a:rPr>
              <a:t>Nacional</a:t>
            </a:r>
            <a:r>
              <a:rPr sz="2400" b="1" spc="17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300" dirty="0">
                <a:solidFill>
                  <a:srgbClr val="4D4D4D"/>
                </a:solidFill>
                <a:latin typeface="Calibri"/>
                <a:cs typeface="Calibri"/>
              </a:rPr>
              <a:t>de </a:t>
            </a:r>
            <a:r>
              <a:rPr sz="2400" b="1" spc="335" dirty="0">
                <a:solidFill>
                  <a:srgbClr val="4D4D4D"/>
                </a:solidFill>
                <a:latin typeface="Calibri"/>
                <a:cs typeface="Calibri"/>
              </a:rPr>
              <a:t>Aprendizagem</a:t>
            </a:r>
            <a:r>
              <a:rPr sz="2400" b="1" spc="18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25" dirty="0">
                <a:solidFill>
                  <a:srgbClr val="4D4D4D"/>
                </a:solidFill>
                <a:latin typeface="Calibri"/>
                <a:cs typeface="Calibri"/>
              </a:rPr>
              <a:t>Industrial)</a:t>
            </a:r>
            <a:r>
              <a:rPr sz="2400" b="1" spc="19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35" dirty="0">
                <a:solidFill>
                  <a:srgbClr val="4D4D4D"/>
                </a:solidFill>
                <a:latin typeface="Calibri"/>
                <a:cs typeface="Calibri"/>
              </a:rPr>
              <a:t>foi</a:t>
            </a:r>
            <a:r>
              <a:rPr sz="2400" spc="8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20" dirty="0">
                <a:solidFill>
                  <a:srgbClr val="4D4D4D"/>
                </a:solidFill>
                <a:latin typeface="Calibri"/>
                <a:cs typeface="Calibri"/>
              </a:rPr>
              <a:t>criado</a:t>
            </a:r>
            <a:r>
              <a:rPr sz="2400" spc="420" dirty="0">
                <a:solidFill>
                  <a:srgbClr val="4D4D4D"/>
                </a:solidFill>
                <a:latin typeface="Calibri"/>
                <a:cs typeface="Calibri"/>
              </a:rPr>
              <a:t> em</a:t>
            </a:r>
            <a:r>
              <a:rPr sz="2400" spc="13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90" dirty="0">
                <a:solidFill>
                  <a:srgbClr val="4D4D4D"/>
                </a:solidFill>
                <a:latin typeface="Calibri"/>
                <a:cs typeface="Calibri"/>
              </a:rPr>
              <a:t>1942</a:t>
            </a:r>
            <a:r>
              <a:rPr sz="2400" spc="5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395" dirty="0">
                <a:solidFill>
                  <a:srgbClr val="4D4D4D"/>
                </a:solidFill>
                <a:latin typeface="Calibri"/>
                <a:cs typeface="Calibri"/>
              </a:rPr>
              <a:t>com</a:t>
            </a:r>
            <a:r>
              <a:rPr sz="2400" spc="1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35" dirty="0">
                <a:solidFill>
                  <a:srgbClr val="4D4D4D"/>
                </a:solidFill>
                <a:latin typeface="Calibri"/>
                <a:cs typeface="Calibri"/>
              </a:rPr>
              <a:t>o</a:t>
            </a:r>
            <a:r>
              <a:rPr sz="2400" spc="6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00" dirty="0">
                <a:solidFill>
                  <a:srgbClr val="4D4D4D"/>
                </a:solidFill>
                <a:latin typeface="Calibri"/>
                <a:cs typeface="Calibri"/>
              </a:rPr>
              <a:t>objetivo</a:t>
            </a:r>
            <a:r>
              <a:rPr sz="2400" spc="6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310" dirty="0">
                <a:solidFill>
                  <a:srgbClr val="4D4D4D"/>
                </a:solidFill>
                <a:latin typeface="Calibri"/>
                <a:cs typeface="Calibri"/>
              </a:rPr>
              <a:t>de</a:t>
            </a:r>
            <a:r>
              <a:rPr sz="2400" spc="10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95" dirty="0">
                <a:solidFill>
                  <a:srgbClr val="4D4D4D"/>
                </a:solidFill>
                <a:latin typeface="Calibri"/>
                <a:cs typeface="Calibri"/>
              </a:rPr>
              <a:t>qualificar</a:t>
            </a:r>
            <a:r>
              <a:rPr sz="2400" spc="8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10" dirty="0">
                <a:solidFill>
                  <a:srgbClr val="4D4D4D"/>
                </a:solidFill>
                <a:latin typeface="Calibri"/>
                <a:cs typeface="Calibri"/>
              </a:rPr>
              <a:t>a </a:t>
            </a:r>
            <a:r>
              <a:rPr sz="2400" spc="375" dirty="0">
                <a:solidFill>
                  <a:srgbClr val="4D4D4D"/>
                </a:solidFill>
                <a:latin typeface="Calibri"/>
                <a:cs typeface="Calibri"/>
              </a:rPr>
              <a:t>mão</a:t>
            </a:r>
            <a:r>
              <a:rPr sz="2400" spc="5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305" dirty="0">
                <a:solidFill>
                  <a:srgbClr val="4D4D4D"/>
                </a:solidFill>
                <a:latin typeface="Calibri"/>
                <a:cs typeface="Calibri"/>
              </a:rPr>
              <a:t>de</a:t>
            </a:r>
            <a:r>
              <a:rPr sz="2400" spc="1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29" dirty="0">
                <a:solidFill>
                  <a:srgbClr val="4D4D4D"/>
                </a:solidFill>
                <a:latin typeface="Calibri"/>
                <a:cs typeface="Calibri"/>
              </a:rPr>
              <a:t>obra</a:t>
            </a:r>
            <a:r>
              <a:rPr sz="2400" spc="7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54" dirty="0">
                <a:solidFill>
                  <a:srgbClr val="4D4D4D"/>
                </a:solidFill>
                <a:latin typeface="Calibri"/>
                <a:cs typeface="Calibri"/>
              </a:rPr>
              <a:t>para</a:t>
            </a:r>
            <a:r>
              <a:rPr sz="2400" spc="7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45" dirty="0">
                <a:solidFill>
                  <a:srgbClr val="4D4D4D"/>
                </a:solidFill>
                <a:latin typeface="Calibri"/>
                <a:cs typeface="Calibri"/>
              </a:rPr>
              <a:t>atender</a:t>
            </a:r>
            <a:r>
              <a:rPr sz="2400" spc="7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50" dirty="0">
                <a:solidFill>
                  <a:srgbClr val="4D4D4D"/>
                </a:solidFill>
                <a:latin typeface="Calibri"/>
                <a:cs typeface="Calibri"/>
              </a:rPr>
              <a:t>às</a:t>
            </a:r>
            <a:r>
              <a:rPr sz="2400" spc="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320" dirty="0">
                <a:solidFill>
                  <a:srgbClr val="4D4D4D"/>
                </a:solidFill>
                <a:latin typeface="Calibri"/>
                <a:cs typeface="Calibri"/>
              </a:rPr>
              <a:t>demandas da</a:t>
            </a:r>
            <a:r>
              <a:rPr sz="2400" spc="8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25" dirty="0">
                <a:solidFill>
                  <a:srgbClr val="4D4D4D"/>
                </a:solidFill>
                <a:latin typeface="Calibri"/>
                <a:cs typeface="Calibri"/>
              </a:rPr>
              <a:t>indústria</a:t>
            </a:r>
            <a:r>
              <a:rPr sz="2400" spc="8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55" dirty="0">
                <a:solidFill>
                  <a:srgbClr val="4D4D4D"/>
                </a:solidFill>
                <a:latin typeface="Calibri"/>
                <a:cs typeface="Calibri"/>
              </a:rPr>
              <a:t>brasileira.</a:t>
            </a:r>
            <a:r>
              <a:rPr sz="2400" spc="9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54" dirty="0">
                <a:solidFill>
                  <a:srgbClr val="4D4D4D"/>
                </a:solidFill>
                <a:latin typeface="Calibri"/>
                <a:cs typeface="Calibri"/>
              </a:rPr>
              <a:t>Presente</a:t>
            </a:r>
            <a:r>
              <a:rPr sz="2400" spc="5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430" dirty="0">
                <a:solidFill>
                  <a:srgbClr val="4D4D4D"/>
                </a:solidFill>
                <a:latin typeface="Calibri"/>
                <a:cs typeface="Calibri"/>
              </a:rPr>
              <a:t>em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8639" y="8245059"/>
            <a:ext cx="5984240" cy="265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00"/>
              </a:spcBef>
            </a:pPr>
            <a:r>
              <a:rPr sz="2400" spc="310" dirty="0">
                <a:solidFill>
                  <a:srgbClr val="4D4D4D"/>
                </a:solidFill>
                <a:latin typeface="Calibri"/>
                <a:cs typeface="Calibri"/>
              </a:rPr>
              <a:t>mais</a:t>
            </a:r>
            <a:r>
              <a:rPr sz="2400" spc="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65" dirty="0">
                <a:solidFill>
                  <a:srgbClr val="4D4D4D"/>
                </a:solidFill>
                <a:latin typeface="Calibri"/>
                <a:cs typeface="Calibri"/>
              </a:rPr>
              <a:t>de</a:t>
            </a:r>
            <a:r>
              <a:rPr sz="2400" spc="1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190" dirty="0">
                <a:solidFill>
                  <a:srgbClr val="4D4D4D"/>
                </a:solidFill>
                <a:latin typeface="Calibri"/>
                <a:cs typeface="Calibri"/>
              </a:rPr>
              <a:t>2</a:t>
            </a:r>
            <a:r>
              <a:rPr sz="2400" b="1" spc="15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65" dirty="0">
                <a:solidFill>
                  <a:srgbClr val="4D4D4D"/>
                </a:solidFill>
                <a:latin typeface="Calibri"/>
                <a:cs typeface="Calibri"/>
              </a:rPr>
              <a:t>mil</a:t>
            </a:r>
            <a:r>
              <a:rPr sz="2400" b="1" spc="17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60" dirty="0">
                <a:solidFill>
                  <a:srgbClr val="4D4D4D"/>
                </a:solidFill>
                <a:latin typeface="Calibri"/>
                <a:cs typeface="Calibri"/>
              </a:rPr>
              <a:t>municípios</a:t>
            </a:r>
            <a:r>
              <a:rPr sz="2400" spc="260" dirty="0">
                <a:solidFill>
                  <a:srgbClr val="4D4D4D"/>
                </a:solidFill>
                <a:latin typeface="Calibri"/>
                <a:cs typeface="Calibri"/>
              </a:rPr>
              <a:t>,</a:t>
            </a:r>
            <a:r>
              <a:rPr sz="2400" spc="8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04" dirty="0">
                <a:solidFill>
                  <a:srgbClr val="4D4D4D"/>
                </a:solidFill>
                <a:latin typeface="Calibri"/>
                <a:cs typeface="Calibri"/>
              </a:rPr>
              <a:t>oferece </a:t>
            </a:r>
            <a:r>
              <a:rPr sz="2400" b="1" spc="310" dirty="0">
                <a:solidFill>
                  <a:srgbClr val="4D4D4D"/>
                </a:solidFill>
                <a:latin typeface="Calibri"/>
                <a:cs typeface="Calibri"/>
              </a:rPr>
              <a:t>cursos</a:t>
            </a:r>
            <a:r>
              <a:rPr sz="2400" b="1" spc="14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420" dirty="0">
                <a:solidFill>
                  <a:srgbClr val="4D4D4D"/>
                </a:solidFill>
                <a:latin typeface="Calibri"/>
                <a:cs typeface="Calibri"/>
              </a:rPr>
              <a:t>em</a:t>
            </a:r>
            <a:r>
              <a:rPr sz="2400" b="1" spc="10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65" dirty="0">
                <a:solidFill>
                  <a:srgbClr val="4D4D4D"/>
                </a:solidFill>
                <a:latin typeface="Calibri"/>
                <a:cs typeface="Calibri"/>
              </a:rPr>
              <a:t>diversos</a:t>
            </a:r>
            <a:r>
              <a:rPr sz="2400" b="1" spc="15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50" dirty="0">
                <a:solidFill>
                  <a:srgbClr val="4D4D4D"/>
                </a:solidFill>
                <a:latin typeface="Calibri"/>
                <a:cs typeface="Calibri"/>
              </a:rPr>
              <a:t>níveis</a:t>
            </a:r>
            <a:r>
              <a:rPr sz="2400" b="1" spc="15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90" dirty="0">
                <a:solidFill>
                  <a:srgbClr val="4D4D4D"/>
                </a:solidFill>
                <a:latin typeface="Calibri"/>
                <a:cs typeface="Calibri"/>
              </a:rPr>
              <a:t>da </a:t>
            </a:r>
            <a:r>
              <a:rPr sz="2400" b="1" spc="325" dirty="0">
                <a:solidFill>
                  <a:srgbClr val="4D4D4D"/>
                </a:solidFill>
                <a:latin typeface="Calibri"/>
                <a:cs typeface="Calibri"/>
              </a:rPr>
              <a:t>educação</a:t>
            </a:r>
            <a:r>
              <a:rPr sz="2400" b="1" spc="15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45" dirty="0">
                <a:solidFill>
                  <a:srgbClr val="4D4D4D"/>
                </a:solidFill>
                <a:latin typeface="Calibri"/>
                <a:cs typeface="Calibri"/>
              </a:rPr>
              <a:t>profissional</a:t>
            </a:r>
            <a:r>
              <a:rPr sz="2400" b="1" spc="10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90" dirty="0">
                <a:solidFill>
                  <a:srgbClr val="4D4D4D"/>
                </a:solidFill>
                <a:latin typeface="Calibri"/>
                <a:cs typeface="Calibri"/>
              </a:rPr>
              <a:t>e</a:t>
            </a:r>
            <a:r>
              <a:rPr sz="2400" b="1" spc="21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b="1" spc="254" dirty="0">
                <a:solidFill>
                  <a:srgbClr val="4D4D4D"/>
                </a:solidFill>
                <a:latin typeface="Calibri"/>
                <a:cs typeface="Calibri"/>
              </a:rPr>
              <a:t>tecnológica</a:t>
            </a:r>
            <a:r>
              <a:rPr sz="2400" spc="254" dirty="0">
                <a:solidFill>
                  <a:srgbClr val="4D4D4D"/>
                </a:solidFill>
                <a:latin typeface="Calibri"/>
                <a:cs typeface="Calibri"/>
              </a:rPr>
              <a:t>, </a:t>
            </a:r>
            <a:r>
              <a:rPr sz="2400" spc="275" dirty="0">
                <a:solidFill>
                  <a:srgbClr val="4D4D4D"/>
                </a:solidFill>
                <a:latin typeface="Calibri"/>
                <a:cs typeface="Calibri"/>
              </a:rPr>
              <a:t>ajudando</a:t>
            </a:r>
            <a:r>
              <a:rPr sz="2400" spc="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60" dirty="0">
                <a:solidFill>
                  <a:srgbClr val="4D4D4D"/>
                </a:solidFill>
                <a:latin typeface="Calibri"/>
                <a:cs typeface="Calibri"/>
              </a:rPr>
              <a:t>a</a:t>
            </a:r>
            <a:r>
              <a:rPr sz="2400" spc="15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75" dirty="0">
                <a:solidFill>
                  <a:srgbClr val="4D4D4D"/>
                </a:solidFill>
                <a:latin typeface="Calibri"/>
                <a:cs typeface="Calibri"/>
              </a:rPr>
              <a:t>fortalecer</a:t>
            </a:r>
            <a:r>
              <a:rPr sz="2400" spc="16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85" dirty="0">
                <a:solidFill>
                  <a:srgbClr val="4D4D4D"/>
                </a:solidFill>
                <a:latin typeface="Calibri"/>
                <a:cs typeface="Calibri"/>
              </a:rPr>
              <a:t>o </a:t>
            </a:r>
            <a:r>
              <a:rPr sz="2400" spc="254" dirty="0">
                <a:solidFill>
                  <a:srgbClr val="4D4D4D"/>
                </a:solidFill>
                <a:latin typeface="Calibri"/>
                <a:cs typeface="Calibri"/>
              </a:rPr>
              <a:t>desenvolvimento</a:t>
            </a:r>
            <a:r>
              <a:rPr sz="2400" spc="7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310" dirty="0">
                <a:solidFill>
                  <a:srgbClr val="4D4D4D"/>
                </a:solidFill>
                <a:latin typeface="Calibri"/>
                <a:cs typeface="Calibri"/>
              </a:rPr>
              <a:t>do</a:t>
            </a:r>
            <a:r>
              <a:rPr sz="2400" spc="7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95" dirty="0">
                <a:solidFill>
                  <a:srgbClr val="4D4D4D"/>
                </a:solidFill>
                <a:latin typeface="Calibri"/>
                <a:cs typeface="Calibri"/>
              </a:rPr>
              <a:t>setor</a:t>
            </a:r>
            <a:r>
              <a:rPr sz="2400" spc="8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10" dirty="0">
                <a:solidFill>
                  <a:srgbClr val="4D4D4D"/>
                </a:solidFill>
                <a:latin typeface="Calibri"/>
                <a:cs typeface="Calibri"/>
              </a:rPr>
              <a:t>industrial</a:t>
            </a:r>
            <a:r>
              <a:rPr sz="2400" spc="10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240" dirty="0">
                <a:solidFill>
                  <a:srgbClr val="4D4D4D"/>
                </a:solidFill>
                <a:latin typeface="Calibri"/>
                <a:cs typeface="Calibri"/>
              </a:rPr>
              <a:t>no </a:t>
            </a:r>
            <a:r>
              <a:rPr sz="2400" spc="155" dirty="0">
                <a:solidFill>
                  <a:srgbClr val="4D4D4D"/>
                </a:solidFill>
                <a:latin typeface="Calibri"/>
                <a:cs typeface="Calibri"/>
              </a:rPr>
              <a:t>país.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8639" y="4058848"/>
            <a:ext cx="35871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20" dirty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36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600" spc="455" dirty="0">
                <a:solidFill>
                  <a:srgbClr val="333333"/>
                </a:solidFill>
                <a:latin typeface="Calibri"/>
                <a:cs typeface="Calibri"/>
              </a:rPr>
              <a:t>que</a:t>
            </a:r>
            <a:r>
              <a:rPr sz="36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600" spc="355" dirty="0">
                <a:solidFill>
                  <a:srgbClr val="333333"/>
                </a:solidFill>
                <a:latin typeface="Calibri"/>
                <a:cs typeface="Calibri"/>
              </a:rPr>
              <a:t>é</a:t>
            </a:r>
            <a:r>
              <a:rPr sz="36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600" spc="430" dirty="0">
                <a:solidFill>
                  <a:srgbClr val="333333"/>
                </a:solidFill>
                <a:latin typeface="Calibri"/>
                <a:cs typeface="Calibri"/>
              </a:rPr>
              <a:t>SENAI?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147098"/>
            <a:ext cx="20107275" cy="152400"/>
          </a:xfrm>
          <a:custGeom>
            <a:avLst/>
            <a:gdLst/>
            <a:ahLst/>
            <a:cxnLst/>
            <a:rect l="l" t="t" r="r" b="b"/>
            <a:pathLst>
              <a:path w="20107275" h="152400">
                <a:moveTo>
                  <a:pt x="20104100" y="24"/>
                </a:moveTo>
                <a:lnTo>
                  <a:pt x="0" y="24"/>
                </a:lnTo>
                <a:lnTo>
                  <a:pt x="0" y="151930"/>
                </a:lnTo>
                <a:lnTo>
                  <a:pt x="20104100" y="151930"/>
                </a:lnTo>
                <a:lnTo>
                  <a:pt x="20104100" y="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20350" y="759833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6798" y="1664"/>
                </a:moveTo>
                <a:lnTo>
                  <a:pt x="15623" y="3569"/>
                </a:lnTo>
                <a:lnTo>
                  <a:pt x="6608" y="8648"/>
                </a:lnTo>
                <a:lnTo>
                  <a:pt x="640" y="16140"/>
                </a:lnTo>
                <a:lnTo>
                  <a:pt x="-1645" y="25410"/>
                </a:lnTo>
                <a:lnTo>
                  <a:pt x="640" y="34552"/>
                </a:lnTo>
                <a:lnTo>
                  <a:pt x="6608" y="42044"/>
                </a:lnTo>
                <a:lnTo>
                  <a:pt x="15623" y="47123"/>
                </a:lnTo>
                <a:lnTo>
                  <a:pt x="26798" y="49028"/>
                </a:lnTo>
                <a:lnTo>
                  <a:pt x="37845" y="47123"/>
                </a:lnTo>
                <a:lnTo>
                  <a:pt x="46861" y="42044"/>
                </a:lnTo>
                <a:lnTo>
                  <a:pt x="52829" y="34552"/>
                </a:lnTo>
                <a:lnTo>
                  <a:pt x="55114" y="25410"/>
                </a:lnTo>
                <a:lnTo>
                  <a:pt x="52829" y="16140"/>
                </a:lnTo>
                <a:lnTo>
                  <a:pt x="46861" y="8648"/>
                </a:lnTo>
                <a:lnTo>
                  <a:pt x="37845" y="3569"/>
                </a:lnTo>
                <a:lnTo>
                  <a:pt x="26798" y="166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20350" y="49326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6798" y="1706"/>
                </a:moveTo>
                <a:lnTo>
                  <a:pt x="15623" y="3992"/>
                </a:lnTo>
                <a:lnTo>
                  <a:pt x="6608" y="10087"/>
                </a:lnTo>
                <a:lnTo>
                  <a:pt x="640" y="19103"/>
                </a:lnTo>
                <a:lnTo>
                  <a:pt x="-1645" y="30150"/>
                </a:lnTo>
                <a:lnTo>
                  <a:pt x="640" y="41197"/>
                </a:lnTo>
                <a:lnTo>
                  <a:pt x="6608" y="50213"/>
                </a:lnTo>
                <a:lnTo>
                  <a:pt x="15623" y="56308"/>
                </a:lnTo>
                <a:lnTo>
                  <a:pt x="26798" y="58467"/>
                </a:lnTo>
                <a:lnTo>
                  <a:pt x="37845" y="56308"/>
                </a:lnTo>
                <a:lnTo>
                  <a:pt x="46861" y="50213"/>
                </a:lnTo>
                <a:lnTo>
                  <a:pt x="52829" y="41197"/>
                </a:lnTo>
                <a:lnTo>
                  <a:pt x="55114" y="30150"/>
                </a:lnTo>
                <a:lnTo>
                  <a:pt x="52829" y="19103"/>
                </a:lnTo>
                <a:lnTo>
                  <a:pt x="46861" y="10087"/>
                </a:lnTo>
                <a:lnTo>
                  <a:pt x="37845" y="3992"/>
                </a:lnTo>
                <a:lnTo>
                  <a:pt x="26798" y="1706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20350" y="236212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6798" y="1747"/>
                </a:moveTo>
                <a:lnTo>
                  <a:pt x="15623" y="3652"/>
                </a:lnTo>
                <a:lnTo>
                  <a:pt x="6608" y="8731"/>
                </a:lnTo>
                <a:lnTo>
                  <a:pt x="640" y="16223"/>
                </a:lnTo>
                <a:lnTo>
                  <a:pt x="-1645" y="25365"/>
                </a:lnTo>
                <a:lnTo>
                  <a:pt x="640" y="34635"/>
                </a:lnTo>
                <a:lnTo>
                  <a:pt x="6608" y="42127"/>
                </a:lnTo>
                <a:lnTo>
                  <a:pt x="15623" y="47206"/>
                </a:lnTo>
                <a:lnTo>
                  <a:pt x="26798" y="49111"/>
                </a:lnTo>
                <a:lnTo>
                  <a:pt x="37845" y="47206"/>
                </a:lnTo>
                <a:lnTo>
                  <a:pt x="46861" y="42127"/>
                </a:lnTo>
                <a:lnTo>
                  <a:pt x="52829" y="34635"/>
                </a:lnTo>
                <a:lnTo>
                  <a:pt x="55114" y="25365"/>
                </a:lnTo>
                <a:lnTo>
                  <a:pt x="52829" y="16223"/>
                </a:lnTo>
                <a:lnTo>
                  <a:pt x="46861" y="8731"/>
                </a:lnTo>
                <a:lnTo>
                  <a:pt x="37845" y="3652"/>
                </a:lnTo>
                <a:lnTo>
                  <a:pt x="26798" y="1747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677525" y="759833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6757" y="1664"/>
                </a:moveTo>
                <a:lnTo>
                  <a:pt x="15583" y="3569"/>
                </a:lnTo>
                <a:lnTo>
                  <a:pt x="6567" y="8648"/>
                </a:lnTo>
                <a:lnTo>
                  <a:pt x="599" y="16140"/>
                </a:lnTo>
                <a:lnTo>
                  <a:pt x="-1685" y="25410"/>
                </a:lnTo>
                <a:lnTo>
                  <a:pt x="599" y="34552"/>
                </a:lnTo>
                <a:lnTo>
                  <a:pt x="6567" y="42044"/>
                </a:lnTo>
                <a:lnTo>
                  <a:pt x="15583" y="47123"/>
                </a:lnTo>
                <a:lnTo>
                  <a:pt x="26757" y="49028"/>
                </a:lnTo>
                <a:lnTo>
                  <a:pt x="37804" y="47123"/>
                </a:lnTo>
                <a:lnTo>
                  <a:pt x="46820" y="42044"/>
                </a:lnTo>
                <a:lnTo>
                  <a:pt x="52788" y="34552"/>
                </a:lnTo>
                <a:lnTo>
                  <a:pt x="55074" y="25410"/>
                </a:lnTo>
                <a:lnTo>
                  <a:pt x="52788" y="16140"/>
                </a:lnTo>
                <a:lnTo>
                  <a:pt x="46820" y="8648"/>
                </a:lnTo>
                <a:lnTo>
                  <a:pt x="37804" y="3569"/>
                </a:lnTo>
                <a:lnTo>
                  <a:pt x="26757" y="166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77525" y="49326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6757" y="1706"/>
                </a:moveTo>
                <a:lnTo>
                  <a:pt x="15583" y="3992"/>
                </a:lnTo>
                <a:lnTo>
                  <a:pt x="6567" y="10087"/>
                </a:lnTo>
                <a:lnTo>
                  <a:pt x="599" y="19103"/>
                </a:lnTo>
                <a:lnTo>
                  <a:pt x="-1685" y="30150"/>
                </a:lnTo>
                <a:lnTo>
                  <a:pt x="599" y="41197"/>
                </a:lnTo>
                <a:lnTo>
                  <a:pt x="6567" y="50213"/>
                </a:lnTo>
                <a:lnTo>
                  <a:pt x="15583" y="56308"/>
                </a:lnTo>
                <a:lnTo>
                  <a:pt x="26757" y="58467"/>
                </a:lnTo>
                <a:lnTo>
                  <a:pt x="37804" y="56308"/>
                </a:lnTo>
                <a:lnTo>
                  <a:pt x="46820" y="50213"/>
                </a:lnTo>
                <a:lnTo>
                  <a:pt x="52788" y="41197"/>
                </a:lnTo>
                <a:lnTo>
                  <a:pt x="55074" y="30150"/>
                </a:lnTo>
                <a:lnTo>
                  <a:pt x="52788" y="19103"/>
                </a:lnTo>
                <a:lnTo>
                  <a:pt x="46820" y="10087"/>
                </a:lnTo>
                <a:lnTo>
                  <a:pt x="37804" y="3992"/>
                </a:lnTo>
                <a:lnTo>
                  <a:pt x="26757" y="1706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77525" y="236212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6757" y="1747"/>
                </a:moveTo>
                <a:lnTo>
                  <a:pt x="15583" y="3652"/>
                </a:lnTo>
                <a:lnTo>
                  <a:pt x="6567" y="8731"/>
                </a:lnTo>
                <a:lnTo>
                  <a:pt x="599" y="16223"/>
                </a:lnTo>
                <a:lnTo>
                  <a:pt x="-1685" y="25365"/>
                </a:lnTo>
                <a:lnTo>
                  <a:pt x="599" y="34635"/>
                </a:lnTo>
                <a:lnTo>
                  <a:pt x="6567" y="42127"/>
                </a:lnTo>
                <a:lnTo>
                  <a:pt x="15583" y="47206"/>
                </a:lnTo>
                <a:lnTo>
                  <a:pt x="26757" y="49111"/>
                </a:lnTo>
                <a:lnTo>
                  <a:pt x="37804" y="47206"/>
                </a:lnTo>
                <a:lnTo>
                  <a:pt x="46820" y="42127"/>
                </a:lnTo>
                <a:lnTo>
                  <a:pt x="52788" y="34635"/>
                </a:lnTo>
                <a:lnTo>
                  <a:pt x="55074" y="25365"/>
                </a:lnTo>
                <a:lnTo>
                  <a:pt x="52788" y="16223"/>
                </a:lnTo>
                <a:lnTo>
                  <a:pt x="46820" y="8731"/>
                </a:lnTo>
                <a:lnTo>
                  <a:pt x="37804" y="3652"/>
                </a:lnTo>
                <a:lnTo>
                  <a:pt x="26757" y="1747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44225" y="7598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1890" y="1664"/>
                </a:moveTo>
                <a:lnTo>
                  <a:pt x="12747" y="3569"/>
                </a:lnTo>
                <a:lnTo>
                  <a:pt x="5255" y="8648"/>
                </a:lnTo>
                <a:lnTo>
                  <a:pt x="176" y="16140"/>
                </a:lnTo>
                <a:lnTo>
                  <a:pt x="-1728" y="25410"/>
                </a:lnTo>
                <a:lnTo>
                  <a:pt x="176" y="34552"/>
                </a:lnTo>
                <a:lnTo>
                  <a:pt x="5255" y="42044"/>
                </a:lnTo>
                <a:lnTo>
                  <a:pt x="12747" y="47123"/>
                </a:lnTo>
                <a:lnTo>
                  <a:pt x="21890" y="49028"/>
                </a:lnTo>
                <a:lnTo>
                  <a:pt x="31159" y="47123"/>
                </a:lnTo>
                <a:lnTo>
                  <a:pt x="38651" y="42044"/>
                </a:lnTo>
                <a:lnTo>
                  <a:pt x="43730" y="34552"/>
                </a:lnTo>
                <a:lnTo>
                  <a:pt x="45635" y="25410"/>
                </a:lnTo>
                <a:lnTo>
                  <a:pt x="43730" y="16140"/>
                </a:lnTo>
                <a:lnTo>
                  <a:pt x="38651" y="8648"/>
                </a:lnTo>
                <a:lnTo>
                  <a:pt x="31159" y="3569"/>
                </a:lnTo>
                <a:lnTo>
                  <a:pt x="21890" y="166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44225" y="493260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1890" y="1706"/>
                </a:moveTo>
                <a:lnTo>
                  <a:pt x="12747" y="3992"/>
                </a:lnTo>
                <a:lnTo>
                  <a:pt x="5255" y="10087"/>
                </a:lnTo>
                <a:lnTo>
                  <a:pt x="176" y="19103"/>
                </a:lnTo>
                <a:lnTo>
                  <a:pt x="-1728" y="30150"/>
                </a:lnTo>
                <a:lnTo>
                  <a:pt x="176" y="41197"/>
                </a:lnTo>
                <a:lnTo>
                  <a:pt x="5255" y="50213"/>
                </a:lnTo>
                <a:lnTo>
                  <a:pt x="12747" y="56308"/>
                </a:lnTo>
                <a:lnTo>
                  <a:pt x="21890" y="58467"/>
                </a:lnTo>
                <a:lnTo>
                  <a:pt x="31159" y="56308"/>
                </a:lnTo>
                <a:lnTo>
                  <a:pt x="38651" y="50213"/>
                </a:lnTo>
                <a:lnTo>
                  <a:pt x="43730" y="41197"/>
                </a:lnTo>
                <a:lnTo>
                  <a:pt x="45635" y="30150"/>
                </a:lnTo>
                <a:lnTo>
                  <a:pt x="43730" y="19103"/>
                </a:lnTo>
                <a:lnTo>
                  <a:pt x="38651" y="10087"/>
                </a:lnTo>
                <a:lnTo>
                  <a:pt x="31159" y="3992"/>
                </a:lnTo>
                <a:lnTo>
                  <a:pt x="21890" y="1706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944225" y="2362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1890" y="1747"/>
                </a:moveTo>
                <a:lnTo>
                  <a:pt x="12747" y="3652"/>
                </a:lnTo>
                <a:lnTo>
                  <a:pt x="5255" y="8731"/>
                </a:lnTo>
                <a:lnTo>
                  <a:pt x="176" y="16223"/>
                </a:lnTo>
                <a:lnTo>
                  <a:pt x="-1728" y="25365"/>
                </a:lnTo>
                <a:lnTo>
                  <a:pt x="176" y="34635"/>
                </a:lnTo>
                <a:lnTo>
                  <a:pt x="5255" y="42127"/>
                </a:lnTo>
                <a:lnTo>
                  <a:pt x="12747" y="47206"/>
                </a:lnTo>
                <a:lnTo>
                  <a:pt x="21890" y="49111"/>
                </a:lnTo>
                <a:lnTo>
                  <a:pt x="31159" y="47206"/>
                </a:lnTo>
                <a:lnTo>
                  <a:pt x="38651" y="42127"/>
                </a:lnTo>
                <a:lnTo>
                  <a:pt x="43730" y="34635"/>
                </a:lnTo>
                <a:lnTo>
                  <a:pt x="45635" y="25365"/>
                </a:lnTo>
                <a:lnTo>
                  <a:pt x="43730" y="16223"/>
                </a:lnTo>
                <a:lnTo>
                  <a:pt x="38651" y="8731"/>
                </a:lnTo>
                <a:lnTo>
                  <a:pt x="31159" y="3652"/>
                </a:lnTo>
                <a:lnTo>
                  <a:pt x="21890" y="1747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201400" y="759833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6674" y="1664"/>
                </a:moveTo>
                <a:lnTo>
                  <a:pt x="15500" y="3569"/>
                </a:lnTo>
                <a:lnTo>
                  <a:pt x="6485" y="8648"/>
                </a:lnTo>
                <a:lnTo>
                  <a:pt x="517" y="16140"/>
                </a:lnTo>
                <a:lnTo>
                  <a:pt x="-1768" y="25410"/>
                </a:lnTo>
                <a:lnTo>
                  <a:pt x="517" y="34552"/>
                </a:lnTo>
                <a:lnTo>
                  <a:pt x="6485" y="42044"/>
                </a:lnTo>
                <a:lnTo>
                  <a:pt x="15500" y="47123"/>
                </a:lnTo>
                <a:lnTo>
                  <a:pt x="26674" y="49028"/>
                </a:lnTo>
                <a:lnTo>
                  <a:pt x="37722" y="47123"/>
                </a:lnTo>
                <a:lnTo>
                  <a:pt x="46737" y="42044"/>
                </a:lnTo>
                <a:lnTo>
                  <a:pt x="52705" y="34552"/>
                </a:lnTo>
                <a:lnTo>
                  <a:pt x="54991" y="25410"/>
                </a:lnTo>
                <a:lnTo>
                  <a:pt x="52705" y="16140"/>
                </a:lnTo>
                <a:lnTo>
                  <a:pt x="46737" y="8648"/>
                </a:lnTo>
                <a:lnTo>
                  <a:pt x="37722" y="3569"/>
                </a:lnTo>
                <a:lnTo>
                  <a:pt x="26674" y="166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201400" y="49326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6674" y="1706"/>
                </a:moveTo>
                <a:lnTo>
                  <a:pt x="15500" y="3992"/>
                </a:lnTo>
                <a:lnTo>
                  <a:pt x="6485" y="10087"/>
                </a:lnTo>
                <a:lnTo>
                  <a:pt x="517" y="19103"/>
                </a:lnTo>
                <a:lnTo>
                  <a:pt x="-1768" y="30150"/>
                </a:lnTo>
                <a:lnTo>
                  <a:pt x="517" y="41197"/>
                </a:lnTo>
                <a:lnTo>
                  <a:pt x="6485" y="50213"/>
                </a:lnTo>
                <a:lnTo>
                  <a:pt x="15500" y="56308"/>
                </a:lnTo>
                <a:lnTo>
                  <a:pt x="26674" y="58467"/>
                </a:lnTo>
                <a:lnTo>
                  <a:pt x="37722" y="56308"/>
                </a:lnTo>
                <a:lnTo>
                  <a:pt x="46737" y="50213"/>
                </a:lnTo>
                <a:lnTo>
                  <a:pt x="52705" y="41197"/>
                </a:lnTo>
                <a:lnTo>
                  <a:pt x="54991" y="30150"/>
                </a:lnTo>
                <a:lnTo>
                  <a:pt x="52705" y="19103"/>
                </a:lnTo>
                <a:lnTo>
                  <a:pt x="46737" y="10087"/>
                </a:lnTo>
                <a:lnTo>
                  <a:pt x="37722" y="3992"/>
                </a:lnTo>
                <a:lnTo>
                  <a:pt x="26674" y="1706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201400" y="236212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6674" y="1747"/>
                </a:moveTo>
                <a:lnTo>
                  <a:pt x="15500" y="3652"/>
                </a:lnTo>
                <a:lnTo>
                  <a:pt x="6485" y="8731"/>
                </a:lnTo>
                <a:lnTo>
                  <a:pt x="517" y="16223"/>
                </a:lnTo>
                <a:lnTo>
                  <a:pt x="-1768" y="25365"/>
                </a:lnTo>
                <a:lnTo>
                  <a:pt x="517" y="34635"/>
                </a:lnTo>
                <a:lnTo>
                  <a:pt x="6485" y="42127"/>
                </a:lnTo>
                <a:lnTo>
                  <a:pt x="15500" y="47206"/>
                </a:lnTo>
                <a:lnTo>
                  <a:pt x="26674" y="49111"/>
                </a:lnTo>
                <a:lnTo>
                  <a:pt x="37722" y="47206"/>
                </a:lnTo>
                <a:lnTo>
                  <a:pt x="46737" y="42127"/>
                </a:lnTo>
                <a:lnTo>
                  <a:pt x="52705" y="34635"/>
                </a:lnTo>
                <a:lnTo>
                  <a:pt x="54991" y="25365"/>
                </a:lnTo>
                <a:lnTo>
                  <a:pt x="52705" y="16223"/>
                </a:lnTo>
                <a:lnTo>
                  <a:pt x="46737" y="8731"/>
                </a:lnTo>
                <a:lnTo>
                  <a:pt x="37722" y="3652"/>
                </a:lnTo>
                <a:lnTo>
                  <a:pt x="26674" y="1747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468100" y="7598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1807" y="1664"/>
                </a:moveTo>
                <a:lnTo>
                  <a:pt x="12664" y="3569"/>
                </a:lnTo>
                <a:lnTo>
                  <a:pt x="5173" y="8648"/>
                </a:lnTo>
                <a:lnTo>
                  <a:pt x="93" y="16140"/>
                </a:lnTo>
                <a:lnTo>
                  <a:pt x="-1810" y="25410"/>
                </a:lnTo>
                <a:lnTo>
                  <a:pt x="93" y="34552"/>
                </a:lnTo>
                <a:lnTo>
                  <a:pt x="5173" y="42044"/>
                </a:lnTo>
                <a:lnTo>
                  <a:pt x="12664" y="47123"/>
                </a:lnTo>
                <a:lnTo>
                  <a:pt x="21807" y="49028"/>
                </a:lnTo>
                <a:lnTo>
                  <a:pt x="31077" y="47123"/>
                </a:lnTo>
                <a:lnTo>
                  <a:pt x="38568" y="42044"/>
                </a:lnTo>
                <a:lnTo>
                  <a:pt x="43648" y="34552"/>
                </a:lnTo>
                <a:lnTo>
                  <a:pt x="45552" y="25410"/>
                </a:lnTo>
                <a:lnTo>
                  <a:pt x="43648" y="16140"/>
                </a:lnTo>
                <a:lnTo>
                  <a:pt x="38568" y="8648"/>
                </a:lnTo>
                <a:lnTo>
                  <a:pt x="31077" y="3569"/>
                </a:lnTo>
                <a:lnTo>
                  <a:pt x="21807" y="166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468100" y="493260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1807" y="1706"/>
                </a:moveTo>
                <a:lnTo>
                  <a:pt x="12664" y="3992"/>
                </a:lnTo>
                <a:lnTo>
                  <a:pt x="5173" y="10087"/>
                </a:lnTo>
                <a:lnTo>
                  <a:pt x="93" y="19103"/>
                </a:lnTo>
                <a:lnTo>
                  <a:pt x="-1810" y="30150"/>
                </a:lnTo>
                <a:lnTo>
                  <a:pt x="93" y="41197"/>
                </a:lnTo>
                <a:lnTo>
                  <a:pt x="5173" y="50213"/>
                </a:lnTo>
                <a:lnTo>
                  <a:pt x="12664" y="56308"/>
                </a:lnTo>
                <a:lnTo>
                  <a:pt x="21807" y="58467"/>
                </a:lnTo>
                <a:lnTo>
                  <a:pt x="31077" y="56308"/>
                </a:lnTo>
                <a:lnTo>
                  <a:pt x="38568" y="50213"/>
                </a:lnTo>
                <a:lnTo>
                  <a:pt x="43648" y="41197"/>
                </a:lnTo>
                <a:lnTo>
                  <a:pt x="45552" y="30150"/>
                </a:lnTo>
                <a:lnTo>
                  <a:pt x="43648" y="19103"/>
                </a:lnTo>
                <a:lnTo>
                  <a:pt x="38568" y="10087"/>
                </a:lnTo>
                <a:lnTo>
                  <a:pt x="31077" y="3992"/>
                </a:lnTo>
                <a:lnTo>
                  <a:pt x="21807" y="1706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468100" y="2362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1807" y="1747"/>
                </a:moveTo>
                <a:lnTo>
                  <a:pt x="12664" y="3652"/>
                </a:lnTo>
                <a:lnTo>
                  <a:pt x="5173" y="8731"/>
                </a:lnTo>
                <a:lnTo>
                  <a:pt x="93" y="16223"/>
                </a:lnTo>
                <a:lnTo>
                  <a:pt x="-1810" y="25365"/>
                </a:lnTo>
                <a:lnTo>
                  <a:pt x="93" y="34635"/>
                </a:lnTo>
                <a:lnTo>
                  <a:pt x="5173" y="42127"/>
                </a:lnTo>
                <a:lnTo>
                  <a:pt x="12664" y="47206"/>
                </a:lnTo>
                <a:lnTo>
                  <a:pt x="21807" y="49111"/>
                </a:lnTo>
                <a:lnTo>
                  <a:pt x="31077" y="47206"/>
                </a:lnTo>
                <a:lnTo>
                  <a:pt x="38568" y="42127"/>
                </a:lnTo>
                <a:lnTo>
                  <a:pt x="43648" y="34635"/>
                </a:lnTo>
                <a:lnTo>
                  <a:pt x="45552" y="25365"/>
                </a:lnTo>
                <a:lnTo>
                  <a:pt x="43648" y="16223"/>
                </a:lnTo>
                <a:lnTo>
                  <a:pt x="38568" y="8731"/>
                </a:lnTo>
                <a:lnTo>
                  <a:pt x="31077" y="3652"/>
                </a:lnTo>
                <a:lnTo>
                  <a:pt x="21807" y="1747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725275" y="759833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6592" y="1664"/>
                </a:moveTo>
                <a:lnTo>
                  <a:pt x="15417" y="3569"/>
                </a:lnTo>
                <a:lnTo>
                  <a:pt x="6402" y="8648"/>
                </a:lnTo>
                <a:lnTo>
                  <a:pt x="434" y="16140"/>
                </a:lnTo>
                <a:lnTo>
                  <a:pt x="-1851" y="25410"/>
                </a:lnTo>
                <a:lnTo>
                  <a:pt x="434" y="34552"/>
                </a:lnTo>
                <a:lnTo>
                  <a:pt x="6402" y="42044"/>
                </a:lnTo>
                <a:lnTo>
                  <a:pt x="15417" y="47123"/>
                </a:lnTo>
                <a:lnTo>
                  <a:pt x="26592" y="49028"/>
                </a:lnTo>
                <a:lnTo>
                  <a:pt x="37639" y="47123"/>
                </a:lnTo>
                <a:lnTo>
                  <a:pt x="46655" y="42044"/>
                </a:lnTo>
                <a:lnTo>
                  <a:pt x="52623" y="34552"/>
                </a:lnTo>
                <a:lnTo>
                  <a:pt x="54908" y="25410"/>
                </a:lnTo>
                <a:lnTo>
                  <a:pt x="52623" y="16140"/>
                </a:lnTo>
                <a:lnTo>
                  <a:pt x="46655" y="8648"/>
                </a:lnTo>
                <a:lnTo>
                  <a:pt x="37639" y="3569"/>
                </a:lnTo>
                <a:lnTo>
                  <a:pt x="26592" y="166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725275" y="49326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6592" y="1706"/>
                </a:moveTo>
                <a:lnTo>
                  <a:pt x="15417" y="3992"/>
                </a:lnTo>
                <a:lnTo>
                  <a:pt x="6402" y="10087"/>
                </a:lnTo>
                <a:lnTo>
                  <a:pt x="434" y="19103"/>
                </a:lnTo>
                <a:lnTo>
                  <a:pt x="-1851" y="30150"/>
                </a:lnTo>
                <a:lnTo>
                  <a:pt x="434" y="41197"/>
                </a:lnTo>
                <a:lnTo>
                  <a:pt x="6402" y="50213"/>
                </a:lnTo>
                <a:lnTo>
                  <a:pt x="15417" y="56308"/>
                </a:lnTo>
                <a:lnTo>
                  <a:pt x="26592" y="58467"/>
                </a:lnTo>
                <a:lnTo>
                  <a:pt x="37639" y="56308"/>
                </a:lnTo>
                <a:lnTo>
                  <a:pt x="46655" y="50213"/>
                </a:lnTo>
                <a:lnTo>
                  <a:pt x="52623" y="41197"/>
                </a:lnTo>
                <a:lnTo>
                  <a:pt x="54908" y="30150"/>
                </a:lnTo>
                <a:lnTo>
                  <a:pt x="52623" y="19103"/>
                </a:lnTo>
                <a:lnTo>
                  <a:pt x="46655" y="10087"/>
                </a:lnTo>
                <a:lnTo>
                  <a:pt x="37639" y="3992"/>
                </a:lnTo>
                <a:lnTo>
                  <a:pt x="26592" y="1706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725275" y="236212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6592" y="1747"/>
                </a:moveTo>
                <a:lnTo>
                  <a:pt x="15417" y="3652"/>
                </a:lnTo>
                <a:lnTo>
                  <a:pt x="6402" y="8731"/>
                </a:lnTo>
                <a:lnTo>
                  <a:pt x="434" y="16223"/>
                </a:lnTo>
                <a:lnTo>
                  <a:pt x="-1851" y="25365"/>
                </a:lnTo>
                <a:lnTo>
                  <a:pt x="434" y="34635"/>
                </a:lnTo>
                <a:lnTo>
                  <a:pt x="6402" y="42127"/>
                </a:lnTo>
                <a:lnTo>
                  <a:pt x="15417" y="47206"/>
                </a:lnTo>
                <a:lnTo>
                  <a:pt x="26592" y="49111"/>
                </a:lnTo>
                <a:lnTo>
                  <a:pt x="37639" y="47206"/>
                </a:lnTo>
                <a:lnTo>
                  <a:pt x="46655" y="42127"/>
                </a:lnTo>
                <a:lnTo>
                  <a:pt x="52623" y="34635"/>
                </a:lnTo>
                <a:lnTo>
                  <a:pt x="54908" y="25365"/>
                </a:lnTo>
                <a:lnTo>
                  <a:pt x="52623" y="16223"/>
                </a:lnTo>
                <a:lnTo>
                  <a:pt x="46655" y="8731"/>
                </a:lnTo>
                <a:lnTo>
                  <a:pt x="37639" y="3652"/>
                </a:lnTo>
                <a:lnTo>
                  <a:pt x="26592" y="1747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991975" y="2362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1724" y="1747"/>
                </a:moveTo>
                <a:lnTo>
                  <a:pt x="12582" y="3652"/>
                </a:lnTo>
                <a:lnTo>
                  <a:pt x="5090" y="8731"/>
                </a:lnTo>
                <a:lnTo>
                  <a:pt x="11" y="16223"/>
                </a:lnTo>
                <a:lnTo>
                  <a:pt x="-1893" y="25365"/>
                </a:lnTo>
                <a:lnTo>
                  <a:pt x="11" y="34635"/>
                </a:lnTo>
                <a:lnTo>
                  <a:pt x="5090" y="42127"/>
                </a:lnTo>
                <a:lnTo>
                  <a:pt x="12582" y="47206"/>
                </a:lnTo>
                <a:lnTo>
                  <a:pt x="21724" y="49111"/>
                </a:lnTo>
                <a:lnTo>
                  <a:pt x="30994" y="47206"/>
                </a:lnTo>
                <a:lnTo>
                  <a:pt x="38486" y="42127"/>
                </a:lnTo>
                <a:lnTo>
                  <a:pt x="43565" y="34635"/>
                </a:lnTo>
                <a:lnTo>
                  <a:pt x="45470" y="25365"/>
                </a:lnTo>
                <a:lnTo>
                  <a:pt x="43565" y="16223"/>
                </a:lnTo>
                <a:lnTo>
                  <a:pt x="38486" y="8731"/>
                </a:lnTo>
                <a:lnTo>
                  <a:pt x="30994" y="3652"/>
                </a:lnTo>
                <a:lnTo>
                  <a:pt x="21724" y="1747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206" y="63"/>
            <a:ext cx="20102830" cy="11147425"/>
            <a:chOff x="1206" y="63"/>
            <a:chExt cx="20102830" cy="11147425"/>
          </a:xfrm>
        </p:grpSpPr>
        <p:sp>
          <p:nvSpPr>
            <p:cNvPr id="23" name="object 23"/>
            <p:cNvSpPr/>
            <p:nvPr/>
          </p:nvSpPr>
          <p:spPr>
            <a:xfrm>
              <a:off x="12249150" y="236212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26509" y="1747"/>
                  </a:moveTo>
                  <a:lnTo>
                    <a:pt x="15335" y="3652"/>
                  </a:lnTo>
                  <a:lnTo>
                    <a:pt x="6319" y="8731"/>
                  </a:lnTo>
                  <a:lnTo>
                    <a:pt x="351" y="16223"/>
                  </a:lnTo>
                  <a:lnTo>
                    <a:pt x="-1934" y="25365"/>
                  </a:lnTo>
                  <a:lnTo>
                    <a:pt x="351" y="34635"/>
                  </a:lnTo>
                  <a:lnTo>
                    <a:pt x="6319" y="42127"/>
                  </a:lnTo>
                  <a:lnTo>
                    <a:pt x="15335" y="47206"/>
                  </a:lnTo>
                  <a:lnTo>
                    <a:pt x="26509" y="49111"/>
                  </a:lnTo>
                  <a:lnTo>
                    <a:pt x="37556" y="47206"/>
                  </a:lnTo>
                  <a:lnTo>
                    <a:pt x="46572" y="42127"/>
                  </a:lnTo>
                  <a:lnTo>
                    <a:pt x="52540" y="34635"/>
                  </a:lnTo>
                  <a:lnTo>
                    <a:pt x="54825" y="25365"/>
                  </a:lnTo>
                  <a:lnTo>
                    <a:pt x="52540" y="16223"/>
                  </a:lnTo>
                  <a:lnTo>
                    <a:pt x="46572" y="8731"/>
                  </a:lnTo>
                  <a:lnTo>
                    <a:pt x="37556" y="3652"/>
                  </a:lnTo>
                  <a:lnTo>
                    <a:pt x="26509" y="1747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06" y="63"/>
              <a:ext cx="20102830" cy="11147036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670768" y="3970429"/>
            <a:ext cx="14762564" cy="1483227"/>
          </a:xfrm>
          <a:prstGeom prst="rect">
            <a:avLst/>
          </a:prstGeom>
        </p:spPr>
        <p:txBody>
          <a:bodyPr vert="horz" wrap="square" lIns="0" tIns="5080" rIns="0" bIns="0" rtlCol="0" anchor="ctr">
            <a:spAutoFit/>
          </a:bodyPr>
          <a:lstStyle/>
          <a:p>
            <a:pPr marL="30480" marR="5080" indent="-18415" algn="ctr">
              <a:lnSpc>
                <a:spcPct val="101000"/>
              </a:lnSpc>
              <a:spcBef>
                <a:spcPts val="40"/>
              </a:spcBef>
            </a:pPr>
            <a:r>
              <a:rPr spc="685" dirty="0"/>
              <a:t>Escola</a:t>
            </a:r>
            <a:r>
              <a:rPr spc="365" dirty="0"/>
              <a:t> </a:t>
            </a:r>
            <a:r>
              <a:rPr spc="740" dirty="0"/>
              <a:t>SENAI</a:t>
            </a:r>
            <a:r>
              <a:rPr spc="290" dirty="0"/>
              <a:t> </a:t>
            </a:r>
            <a:r>
              <a:rPr spc="670" dirty="0"/>
              <a:t>Paulo</a:t>
            </a:r>
            <a:r>
              <a:rPr spc="345" dirty="0"/>
              <a:t> </a:t>
            </a:r>
            <a:r>
              <a:rPr spc="630" dirty="0"/>
              <a:t>Antonio</a:t>
            </a:r>
            <a:r>
              <a:rPr spc="340" dirty="0"/>
              <a:t> </a:t>
            </a:r>
            <a:r>
              <a:rPr spc="720" dirty="0"/>
              <a:t>Skaf </a:t>
            </a:r>
            <a:r>
              <a:rPr spc="705" dirty="0"/>
              <a:t>São</a:t>
            </a:r>
            <a:r>
              <a:rPr spc="320" dirty="0"/>
              <a:t> </a:t>
            </a:r>
            <a:r>
              <a:rPr spc="700" dirty="0"/>
              <a:t>Caetano</a:t>
            </a:r>
            <a:r>
              <a:rPr spc="325" dirty="0"/>
              <a:t> </a:t>
            </a:r>
            <a:r>
              <a:rPr spc="690" dirty="0"/>
              <a:t>do</a:t>
            </a:r>
            <a:r>
              <a:rPr spc="300" dirty="0"/>
              <a:t> </a:t>
            </a:r>
            <a:r>
              <a:rPr spc="655" dirty="0"/>
              <a:t>Sul</a:t>
            </a:r>
            <a:r>
              <a:rPr spc="295" dirty="0"/>
              <a:t> </a:t>
            </a:r>
            <a:r>
              <a:rPr spc="405" dirty="0"/>
              <a:t>-</a:t>
            </a:r>
            <a:r>
              <a:rPr spc="320" dirty="0"/>
              <a:t> </a:t>
            </a:r>
            <a:r>
              <a:rPr spc="605" dirty="0"/>
              <a:t>Informática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853204" y="6985482"/>
            <a:ext cx="257683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b="1" spc="400" dirty="0">
                <a:solidFill>
                  <a:srgbClr val="FFFFFF"/>
                </a:solidFill>
                <a:latin typeface="Calibri"/>
                <a:cs typeface="Calibri"/>
              </a:rPr>
              <a:t>Cursos</a:t>
            </a:r>
            <a:r>
              <a:rPr sz="30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250" dirty="0">
                <a:solidFill>
                  <a:srgbClr val="FFFFFF"/>
                </a:solidFill>
                <a:latin typeface="Calibri"/>
                <a:cs typeface="Calibri"/>
              </a:rPr>
              <a:t>livres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71800" y="6948441"/>
            <a:ext cx="628650" cy="628650"/>
          </a:xfrm>
          <a:prstGeom prst="rect">
            <a:avLst/>
          </a:prstGeom>
          <a:solidFill>
            <a:srgbClr val="C1272C"/>
          </a:solidFill>
        </p:spPr>
        <p:txBody>
          <a:bodyPr vert="horz" wrap="square" lIns="0" tIns="13589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70"/>
              </a:spcBef>
            </a:pPr>
            <a:r>
              <a:rPr sz="215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66459" y="6985482"/>
            <a:ext cx="32150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b="1" spc="400" dirty="0">
                <a:solidFill>
                  <a:srgbClr val="FFFFFF"/>
                </a:solidFill>
                <a:latin typeface="Calibri"/>
                <a:cs typeface="Calibri"/>
              </a:rPr>
              <a:t>Cursos</a:t>
            </a:r>
            <a:r>
              <a:rPr sz="305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360" dirty="0">
                <a:solidFill>
                  <a:srgbClr val="FFFFFF"/>
                </a:solidFill>
                <a:latin typeface="Calibri"/>
                <a:cs typeface="Calibri"/>
              </a:rPr>
              <a:t>técnicos</a:t>
            </a:r>
            <a:endParaRPr sz="305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86625" y="6948441"/>
            <a:ext cx="628650" cy="628650"/>
          </a:xfrm>
          <a:prstGeom prst="rect">
            <a:avLst/>
          </a:prstGeom>
          <a:solidFill>
            <a:srgbClr val="C1272C"/>
          </a:solidFill>
        </p:spPr>
        <p:txBody>
          <a:bodyPr vert="horz" wrap="square" lIns="0" tIns="13589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70"/>
              </a:spcBef>
            </a:pPr>
            <a:r>
              <a:rPr sz="2150" b="1" spc="204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089472" y="6985482"/>
            <a:ext cx="36474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b="1" spc="405" dirty="0">
                <a:solidFill>
                  <a:srgbClr val="FFFFFF"/>
                </a:solidFill>
                <a:latin typeface="Calibri"/>
                <a:cs typeface="Calibri"/>
              </a:rPr>
              <a:t>Cursos</a:t>
            </a:r>
            <a:r>
              <a:rPr sz="305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325" dirty="0">
                <a:solidFill>
                  <a:srgbClr val="FFFFFF"/>
                </a:solidFill>
                <a:latin typeface="Calibri"/>
                <a:cs typeface="Calibri"/>
              </a:rPr>
              <a:t>superiores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11050" y="6948441"/>
            <a:ext cx="628650" cy="628650"/>
          </a:xfrm>
          <a:prstGeom prst="rect">
            <a:avLst/>
          </a:prstGeom>
          <a:solidFill>
            <a:srgbClr val="C1272C"/>
          </a:solidFill>
        </p:spPr>
        <p:txBody>
          <a:bodyPr vert="horz" wrap="square" lIns="0" tIns="13589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70"/>
              </a:spcBef>
            </a:pPr>
            <a:r>
              <a:rPr sz="2150" b="1" spc="204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2">
            <a:extLst>
              <a:ext uri="{FF2B5EF4-FFF2-40B4-BE49-F238E27FC236}">
                <a16:creationId xmlns:a16="http://schemas.microsoft.com/office/drawing/2014/main" id="{A8D03E6F-E34E-4793-9385-2E9D3FA85D29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lang="pt-BR" dirty="0"/>
          </a:p>
        </p:txBody>
      </p:sp>
      <p:sp>
        <p:nvSpPr>
          <p:cNvPr id="6" name="object 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1853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1853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1853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8030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8030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8030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94207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94207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4207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0384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0384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20384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46561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46561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46561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72739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72739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72739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98916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25093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3104FBF-FA5E-474A-BEC2-3C48DB68B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132" y="1048151"/>
            <a:ext cx="15812717" cy="1315745"/>
          </a:xfrm>
        </p:spPr>
        <p:txBody>
          <a:bodyPr/>
          <a:lstStyle/>
          <a:p>
            <a:pPr algn="l"/>
            <a:r>
              <a:rPr lang="pt-BR" sz="4950" dirty="0">
                <a:solidFill>
                  <a:schemeClr val="bg1"/>
                </a:solidFill>
                <a:latin typeface="Montserrat ExtraBold" panose="020B0604020202020204" charset="0"/>
              </a:rPr>
              <a:t>SENAI Paulo Antonio Skaf</a:t>
            </a:r>
            <a:br>
              <a:rPr lang="pt-BR" sz="4950" dirty="0">
                <a:solidFill>
                  <a:schemeClr val="bg1"/>
                </a:solidFill>
                <a:latin typeface="Montserrat ExtraBold" panose="020B0604020202020204" charset="0"/>
              </a:rPr>
            </a:br>
            <a:r>
              <a:rPr lang="pt-BR" sz="3600" dirty="0">
                <a:solidFill>
                  <a:schemeClr val="bg1"/>
                </a:solidFill>
                <a:latin typeface="Montserrat SemiBold" panose="020B0604020202020204" charset="0"/>
              </a:rPr>
              <a:t>São Caetano do Sul - Informática</a:t>
            </a:r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18AD3FB3-A4DD-43E7-BF8A-C62B7F179A0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1FF3980-1071-4103-8158-4D2A6411E5FB}"/>
              </a:ext>
            </a:extLst>
          </p:cNvPr>
          <p:cNvSpPr txBox="1"/>
          <p:nvPr/>
        </p:nvSpPr>
        <p:spPr>
          <a:xfrm>
            <a:off x="1587132" y="3521075"/>
            <a:ext cx="155515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u="sng" dirty="0">
                <a:solidFill>
                  <a:schemeClr val="bg1"/>
                </a:solidFill>
                <a:latin typeface="Montserrat" panose="020B0604020202020204" charset="0"/>
              </a:rPr>
              <a:t>WhatsApp: </a:t>
            </a:r>
            <a:r>
              <a:rPr lang="pt-BR" sz="2800" u="sng" dirty="0">
                <a:solidFill>
                  <a:schemeClr val="bg1"/>
                </a:solidFill>
                <a:latin typeface="Montserrat" panose="020B0604020202020204" charset="0"/>
              </a:rPr>
              <a:t>(11) 4225-2001</a:t>
            </a:r>
          </a:p>
          <a:p>
            <a:endParaRPr lang="pt-BR" sz="2800" b="1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pt-BR" sz="2800" b="1" u="sng" dirty="0">
                <a:solidFill>
                  <a:schemeClr val="bg1"/>
                </a:solidFill>
                <a:latin typeface="Montserrat" panose="020B0604020202020204" charset="0"/>
              </a:rPr>
              <a:t>Redes Sociais: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Instagram - </a:t>
            </a:r>
            <a:r>
              <a:rPr lang="pt-BR" sz="2800" u="sng" dirty="0">
                <a:solidFill>
                  <a:schemeClr val="bg1"/>
                </a:solidFill>
                <a:latin typeface="Montserrat" panose="020B0604020202020204" charset="0"/>
              </a:rPr>
              <a:t>https://www.instagram.com/senaisp.informatica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Facebook - </a:t>
            </a:r>
            <a:r>
              <a:rPr lang="pt-BR" sz="2800" u="sng" dirty="0">
                <a:solidFill>
                  <a:schemeClr val="bg1"/>
                </a:solidFill>
                <a:latin typeface="Montserrat" panose="020B0604020202020204" charset="0"/>
              </a:rPr>
              <a:t>https://www.facebook.com/senaisp.scsinfo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LinkedIn - </a:t>
            </a:r>
            <a:r>
              <a:rPr lang="pt-BR" sz="2800" u="sng" dirty="0">
                <a:solidFill>
                  <a:schemeClr val="bg1"/>
                </a:solidFill>
                <a:latin typeface="Montserrat" panose="020B0604020202020204" charset="0"/>
                <a:hlinkClick r:id="rId2"/>
              </a:rPr>
              <a:t>https://www.linkedin.com/school/senaiinfo</a:t>
            </a:r>
            <a:endParaRPr lang="pt-BR" sz="2800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pt-BR" sz="2800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pt-BR" sz="2800" b="1" dirty="0">
                <a:solidFill>
                  <a:schemeClr val="bg1"/>
                </a:solidFill>
                <a:latin typeface="Montserrat" panose="020B0604020202020204" charset="0"/>
              </a:rPr>
              <a:t>Site da Escola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: 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  <a:hlinkClick r:id="rId3"/>
              </a:rPr>
              <a:t>http://informatica.sp.senai.br</a:t>
            </a:r>
            <a:endParaRPr lang="pt-BR" sz="2800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pt-BR" sz="2800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pt-BR" sz="2800" b="1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pt-BR" sz="2800" b="1" dirty="0">
                <a:solidFill>
                  <a:schemeClr val="bg1"/>
                </a:solidFill>
                <a:latin typeface="Montserrat" panose="020B0604020202020204" charset="0"/>
              </a:rPr>
              <a:t>Banco de Talentos SENAI-SP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: </a:t>
            </a:r>
            <a:r>
              <a:rPr lang="pt-BR" sz="2800" u="sng" dirty="0">
                <a:solidFill>
                  <a:schemeClr val="bg1"/>
                </a:solidFill>
                <a:latin typeface="Montserrat" panose="020B0604020202020204" charset="0"/>
              </a:rPr>
              <a:t>https://sesisenaisp.jobs.recrut.ai/</a:t>
            </a:r>
          </a:p>
        </p:txBody>
      </p:sp>
      <p:grpSp>
        <p:nvGrpSpPr>
          <p:cNvPr id="29" name="object 5">
            <a:extLst>
              <a:ext uri="{FF2B5EF4-FFF2-40B4-BE49-F238E27FC236}">
                <a16:creationId xmlns:a16="http://schemas.microsoft.com/office/drawing/2014/main" id="{7CFD0436-C263-4982-9C41-65AE70BD4434}"/>
              </a:ext>
            </a:extLst>
          </p:cNvPr>
          <p:cNvGrpSpPr/>
          <p:nvPr/>
        </p:nvGrpSpPr>
        <p:grpSpPr>
          <a:xfrm>
            <a:off x="15363992" y="9319087"/>
            <a:ext cx="3693160" cy="942975"/>
            <a:chOff x="15363992" y="9319087"/>
            <a:chExt cx="3693160" cy="942975"/>
          </a:xfrm>
        </p:grpSpPr>
        <p:sp>
          <p:nvSpPr>
            <p:cNvPr id="31" name="object 6">
              <a:extLst>
                <a:ext uri="{FF2B5EF4-FFF2-40B4-BE49-F238E27FC236}">
                  <a16:creationId xmlns:a16="http://schemas.microsoft.com/office/drawing/2014/main" id="{FF16CA19-359A-4937-B511-DBE39A8A614B}"/>
                </a:ext>
              </a:extLst>
            </p:cNvPr>
            <p:cNvSpPr/>
            <p:nvPr/>
          </p:nvSpPr>
          <p:spPr>
            <a:xfrm>
              <a:off x="15364065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7">
              <a:extLst>
                <a:ext uri="{FF2B5EF4-FFF2-40B4-BE49-F238E27FC236}">
                  <a16:creationId xmlns:a16="http://schemas.microsoft.com/office/drawing/2014/main" id="{8FA5CBD6-1B00-436C-8ACC-6186A6DB7FEC}"/>
                </a:ext>
              </a:extLst>
            </p:cNvPr>
            <p:cNvSpPr/>
            <p:nvPr/>
          </p:nvSpPr>
          <p:spPr>
            <a:xfrm>
              <a:off x="15363990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59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59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19"/>
                  </a:lnTo>
                  <a:lnTo>
                    <a:pt x="452551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49" y="451904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794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00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101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31"/>
                  </a:lnTo>
                  <a:lnTo>
                    <a:pt x="425475" y="692277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89"/>
                  </a:lnTo>
                  <a:lnTo>
                    <a:pt x="829373" y="569569"/>
                  </a:lnTo>
                  <a:lnTo>
                    <a:pt x="848956" y="535825"/>
                  </a:lnTo>
                  <a:lnTo>
                    <a:pt x="863409" y="491413"/>
                  </a:lnTo>
                  <a:lnTo>
                    <a:pt x="869175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80" y="314401"/>
                  </a:lnTo>
                  <a:lnTo>
                    <a:pt x="749388" y="299821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198" y="222923"/>
                  </a:lnTo>
                  <a:lnTo>
                    <a:pt x="541705" y="191719"/>
                  </a:lnTo>
                  <a:lnTo>
                    <a:pt x="553237" y="167982"/>
                  </a:lnTo>
                  <a:lnTo>
                    <a:pt x="574865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394" y="192938"/>
                  </a:lnTo>
                  <a:lnTo>
                    <a:pt x="713587" y="211264"/>
                  </a:lnTo>
                  <a:lnTo>
                    <a:pt x="899706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35" y="685939"/>
                  </a:lnTo>
                  <a:lnTo>
                    <a:pt x="1465897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22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87"/>
                  </a:lnTo>
                  <a:lnTo>
                    <a:pt x="2065566" y="514692"/>
                  </a:lnTo>
                  <a:lnTo>
                    <a:pt x="1984082" y="171284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189" y="171284"/>
                  </a:lnTo>
                  <a:lnTo>
                    <a:pt x="1822043" y="171284"/>
                  </a:lnTo>
                  <a:lnTo>
                    <a:pt x="1940687" y="685939"/>
                  </a:lnTo>
                  <a:lnTo>
                    <a:pt x="2198509" y="685939"/>
                  </a:lnTo>
                  <a:lnTo>
                    <a:pt x="2234908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62" y="685939"/>
                  </a:moveTo>
                  <a:lnTo>
                    <a:pt x="3001060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408"/>
                  </a:lnTo>
                  <a:lnTo>
                    <a:pt x="2600261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890" y="424408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62" y="685939"/>
                  </a:lnTo>
                  <a:close/>
                </a:path>
                <a:path w="3693159" h="700404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39"/>
                  </a:lnTo>
                  <a:lnTo>
                    <a:pt x="3281832" y="685939"/>
                  </a:lnTo>
                  <a:lnTo>
                    <a:pt x="3424682" y="13944"/>
                  </a:lnTo>
                  <a:close/>
                </a:path>
                <a:path w="3693159" h="700404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4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4">
                  <a:moveTo>
                    <a:pt x="3692931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59" h="700404">
                  <a:moveTo>
                    <a:pt x="3692931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59" h="700404">
                  <a:moveTo>
                    <a:pt x="3692931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5670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2">
            <a:extLst>
              <a:ext uri="{FF2B5EF4-FFF2-40B4-BE49-F238E27FC236}">
                <a16:creationId xmlns:a16="http://schemas.microsoft.com/office/drawing/2014/main" id="{A8D03E6F-E34E-4793-9385-2E9D3FA85D29}"/>
              </a:ext>
            </a:extLst>
          </p:cNvPr>
          <p:cNvSpPr/>
          <p:nvPr/>
        </p:nvSpPr>
        <p:spPr>
          <a:xfrm>
            <a:off x="-82550" y="-79118"/>
            <a:ext cx="20104100" cy="1130935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lang="pt-BR" dirty="0"/>
          </a:p>
        </p:txBody>
      </p:sp>
      <p:sp>
        <p:nvSpPr>
          <p:cNvPr id="6" name="object 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1853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1853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1853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8030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8030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8030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94207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94207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4207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0384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0384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20384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46561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46561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46561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72739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72739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72739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98916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25093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3104FBF-FA5E-474A-BEC2-3C48DB68B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132" y="1048151"/>
            <a:ext cx="15812717" cy="1315745"/>
          </a:xfrm>
        </p:spPr>
        <p:txBody>
          <a:bodyPr/>
          <a:lstStyle/>
          <a:p>
            <a:pPr algn="l"/>
            <a:r>
              <a:rPr lang="pt-BR" sz="4950" dirty="0">
                <a:solidFill>
                  <a:schemeClr val="bg1"/>
                </a:solidFill>
                <a:latin typeface="Montserrat ExtraBold" panose="020B0604020202020204" charset="0"/>
              </a:rPr>
              <a:t>SENAI Paulo Antonio Skaf</a:t>
            </a:r>
            <a:br>
              <a:rPr lang="pt-BR" sz="4950" dirty="0">
                <a:solidFill>
                  <a:schemeClr val="bg1"/>
                </a:solidFill>
                <a:latin typeface="Montserrat ExtraBold" panose="020B0604020202020204" charset="0"/>
              </a:rPr>
            </a:br>
            <a:r>
              <a:rPr lang="pt-BR" sz="3600" dirty="0">
                <a:solidFill>
                  <a:schemeClr val="bg1"/>
                </a:solidFill>
                <a:latin typeface="Montserrat SemiBold" panose="020B0604020202020204" charset="0"/>
              </a:rPr>
              <a:t>São Caetano do Sul - Informática</a:t>
            </a:r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18AD3FB3-A4DD-43E7-BF8A-C62B7F179A0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1FF3980-1071-4103-8158-4D2A6411E5FB}"/>
              </a:ext>
            </a:extLst>
          </p:cNvPr>
          <p:cNvSpPr txBox="1"/>
          <p:nvPr/>
        </p:nvSpPr>
        <p:spPr>
          <a:xfrm>
            <a:off x="1587132" y="3521075"/>
            <a:ext cx="155515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u="sng" dirty="0">
                <a:solidFill>
                  <a:schemeClr val="bg1"/>
                </a:solidFill>
                <a:latin typeface="Montserrat" panose="020B0604020202020204" charset="0"/>
              </a:rPr>
              <a:t>Crachá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: USO OBRIGATÓRIO!!!</a:t>
            </a:r>
          </a:p>
          <a:p>
            <a:endParaRPr lang="pt-BR" sz="2800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pt-BR" sz="2800" b="1" u="sng" dirty="0">
                <a:solidFill>
                  <a:schemeClr val="bg1"/>
                </a:solidFill>
                <a:latin typeface="Montserrat" panose="020B0604020202020204" charset="0"/>
              </a:rPr>
              <a:t>Elevador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: O elevador foi projetado para fins de acessibilidade e não para fluxo intenso do público, o uso está autorizado apenas por quem dele necessita, isto é, </a:t>
            </a:r>
            <a:r>
              <a:rPr lang="pt-BR" sz="2800" b="1" dirty="0" err="1">
                <a:solidFill>
                  <a:schemeClr val="bg1"/>
                </a:solidFill>
                <a:latin typeface="Montserrat" panose="020B0604020202020204" charset="0"/>
              </a:rPr>
              <a:t>PcDs</a:t>
            </a:r>
            <a:r>
              <a:rPr lang="pt-BR" sz="2800" b="1" dirty="0">
                <a:solidFill>
                  <a:schemeClr val="bg1"/>
                </a:solidFill>
                <a:latin typeface="Montserrat" panose="020B0604020202020204" charset="0"/>
              </a:rPr>
              <a:t> - Pessoas com Deficiências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 ou com mobilidade reduzida.</a:t>
            </a:r>
          </a:p>
          <a:p>
            <a:endParaRPr lang="pt-BR" sz="2800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pt-BR" sz="2800" b="1" u="sng" dirty="0">
                <a:solidFill>
                  <a:schemeClr val="bg1"/>
                </a:solidFill>
                <a:latin typeface="Montserrat" panose="020B0604020202020204" charset="0"/>
              </a:rPr>
              <a:t>Alimentos e bebidas em geral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: Não são permitidos dentro das salas de aula.</a:t>
            </a:r>
          </a:p>
          <a:p>
            <a:endParaRPr lang="pt-BR" sz="2800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pt-BR" sz="2800" b="1" u="sng" dirty="0">
                <a:solidFill>
                  <a:schemeClr val="bg1"/>
                </a:solidFill>
                <a:latin typeface="Montserrat" panose="020B0604020202020204" charset="0"/>
              </a:rPr>
              <a:t>Máquinas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: É o seu filho, então zele por ele.</a:t>
            </a:r>
          </a:p>
          <a:p>
            <a:endParaRPr lang="pt-BR" sz="2800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pt-BR" sz="2800" b="1" u="sng" dirty="0">
                <a:solidFill>
                  <a:schemeClr val="bg1"/>
                </a:solidFill>
                <a:latin typeface="Montserrat" panose="020B0604020202020204" charset="0"/>
              </a:rPr>
              <a:t>Faltas/Atrasos</a:t>
            </a:r>
            <a:r>
              <a:rPr lang="pt-BR" sz="2800" dirty="0">
                <a:solidFill>
                  <a:schemeClr val="bg1"/>
                </a:solidFill>
                <a:latin typeface="Montserrat" panose="020B0604020202020204" charset="0"/>
              </a:rPr>
              <a:t>: Avisar com antecedência.</a:t>
            </a:r>
          </a:p>
        </p:txBody>
      </p:sp>
      <p:grpSp>
        <p:nvGrpSpPr>
          <p:cNvPr id="36" name="object 5">
            <a:extLst>
              <a:ext uri="{FF2B5EF4-FFF2-40B4-BE49-F238E27FC236}">
                <a16:creationId xmlns:a16="http://schemas.microsoft.com/office/drawing/2014/main" id="{2D9A1A66-9608-4891-A1CC-01E73C4F23FD}"/>
              </a:ext>
            </a:extLst>
          </p:cNvPr>
          <p:cNvGrpSpPr/>
          <p:nvPr/>
        </p:nvGrpSpPr>
        <p:grpSpPr>
          <a:xfrm>
            <a:off x="15363992" y="9319087"/>
            <a:ext cx="3693160" cy="942975"/>
            <a:chOff x="15363992" y="9319087"/>
            <a:chExt cx="3693160" cy="942975"/>
          </a:xfrm>
        </p:grpSpPr>
        <p:sp>
          <p:nvSpPr>
            <p:cNvPr id="37" name="object 6">
              <a:extLst>
                <a:ext uri="{FF2B5EF4-FFF2-40B4-BE49-F238E27FC236}">
                  <a16:creationId xmlns:a16="http://schemas.microsoft.com/office/drawing/2014/main" id="{325A1DB2-B251-49A1-8FD9-423CD4D6517C}"/>
                </a:ext>
              </a:extLst>
            </p:cNvPr>
            <p:cNvSpPr/>
            <p:nvPr/>
          </p:nvSpPr>
          <p:spPr>
            <a:xfrm>
              <a:off x="15364065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7">
              <a:extLst>
                <a:ext uri="{FF2B5EF4-FFF2-40B4-BE49-F238E27FC236}">
                  <a16:creationId xmlns:a16="http://schemas.microsoft.com/office/drawing/2014/main" id="{E63CF0B5-84D3-4BA6-806D-86D58FE20647}"/>
                </a:ext>
              </a:extLst>
            </p:cNvPr>
            <p:cNvSpPr/>
            <p:nvPr/>
          </p:nvSpPr>
          <p:spPr>
            <a:xfrm>
              <a:off x="15363990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59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59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19"/>
                  </a:lnTo>
                  <a:lnTo>
                    <a:pt x="452551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49" y="451904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794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00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101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31"/>
                  </a:lnTo>
                  <a:lnTo>
                    <a:pt x="425475" y="692277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89"/>
                  </a:lnTo>
                  <a:lnTo>
                    <a:pt x="829373" y="569569"/>
                  </a:lnTo>
                  <a:lnTo>
                    <a:pt x="848956" y="535825"/>
                  </a:lnTo>
                  <a:lnTo>
                    <a:pt x="863409" y="491413"/>
                  </a:lnTo>
                  <a:lnTo>
                    <a:pt x="869175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80" y="314401"/>
                  </a:lnTo>
                  <a:lnTo>
                    <a:pt x="749388" y="299821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198" y="222923"/>
                  </a:lnTo>
                  <a:lnTo>
                    <a:pt x="541705" y="191719"/>
                  </a:lnTo>
                  <a:lnTo>
                    <a:pt x="553237" y="167982"/>
                  </a:lnTo>
                  <a:lnTo>
                    <a:pt x="574865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394" y="192938"/>
                  </a:lnTo>
                  <a:lnTo>
                    <a:pt x="713587" y="211264"/>
                  </a:lnTo>
                  <a:lnTo>
                    <a:pt x="899706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35" y="685939"/>
                  </a:lnTo>
                  <a:lnTo>
                    <a:pt x="1465897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22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87"/>
                  </a:lnTo>
                  <a:lnTo>
                    <a:pt x="2065566" y="514692"/>
                  </a:lnTo>
                  <a:lnTo>
                    <a:pt x="1984082" y="171284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189" y="171284"/>
                  </a:lnTo>
                  <a:lnTo>
                    <a:pt x="1822043" y="171284"/>
                  </a:lnTo>
                  <a:lnTo>
                    <a:pt x="1940687" y="685939"/>
                  </a:lnTo>
                  <a:lnTo>
                    <a:pt x="2198509" y="685939"/>
                  </a:lnTo>
                  <a:lnTo>
                    <a:pt x="2234908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62" y="685939"/>
                  </a:moveTo>
                  <a:lnTo>
                    <a:pt x="3001060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408"/>
                  </a:lnTo>
                  <a:lnTo>
                    <a:pt x="2600261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890" y="424408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62" y="685939"/>
                  </a:lnTo>
                  <a:close/>
                </a:path>
                <a:path w="3693159" h="700404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39"/>
                  </a:lnTo>
                  <a:lnTo>
                    <a:pt x="3281832" y="685939"/>
                  </a:lnTo>
                  <a:lnTo>
                    <a:pt x="3424682" y="13944"/>
                  </a:lnTo>
                  <a:close/>
                </a:path>
                <a:path w="3693159" h="700404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4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4">
                  <a:moveTo>
                    <a:pt x="3692931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59" h="700404">
                  <a:moveTo>
                    <a:pt x="3692931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59" h="700404">
                  <a:moveTo>
                    <a:pt x="3692931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59595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3825" y="9319100"/>
            <a:ext cx="3695700" cy="942340"/>
            <a:chOff x="15363825" y="9319100"/>
            <a:chExt cx="3695700" cy="942340"/>
          </a:xfrm>
        </p:grpSpPr>
        <p:sp>
          <p:nvSpPr>
            <p:cNvPr id="3" name="object 3"/>
            <p:cNvSpPr/>
            <p:nvPr/>
          </p:nvSpPr>
          <p:spPr>
            <a:xfrm>
              <a:off x="15363825" y="9319100"/>
              <a:ext cx="3695700" cy="942340"/>
            </a:xfrm>
            <a:custGeom>
              <a:avLst/>
              <a:gdLst/>
              <a:ahLst/>
              <a:cxnLst/>
              <a:rect l="l" t="t" r="r" b="b"/>
              <a:pathLst>
                <a:path w="3695700" h="942340">
                  <a:moveTo>
                    <a:pt x="3692436" y="313"/>
                  </a:moveTo>
                  <a:lnTo>
                    <a:pt x="-2425" y="313"/>
                  </a:lnTo>
                  <a:lnTo>
                    <a:pt x="-2425" y="942136"/>
                  </a:lnTo>
                  <a:lnTo>
                    <a:pt x="3692436" y="942136"/>
                  </a:lnTo>
                  <a:lnTo>
                    <a:pt x="3692436" y="313"/>
                  </a:lnTo>
                  <a:close/>
                </a:path>
              </a:pathLst>
            </a:custGeom>
            <a:solidFill>
              <a:srgbClr val="E10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1387" y="9433603"/>
              <a:ext cx="3695065" cy="704215"/>
            </a:xfrm>
            <a:custGeom>
              <a:avLst/>
              <a:gdLst/>
              <a:ahLst/>
              <a:cxnLst/>
              <a:rect l="l" t="t" r="r" b="b"/>
              <a:pathLst>
                <a:path w="3695065" h="704215">
                  <a:moveTo>
                    <a:pt x="198475" y="664832"/>
                  </a:moveTo>
                  <a:lnTo>
                    <a:pt x="0" y="664832"/>
                  </a:lnTo>
                  <a:lnTo>
                    <a:pt x="0" y="689800"/>
                  </a:lnTo>
                  <a:lnTo>
                    <a:pt x="198475" y="689800"/>
                  </a:lnTo>
                  <a:lnTo>
                    <a:pt x="198475" y="664832"/>
                  </a:lnTo>
                  <a:close/>
                </a:path>
                <a:path w="3695065" h="704215">
                  <a:moveTo>
                    <a:pt x="198475" y="505193"/>
                  </a:moveTo>
                  <a:lnTo>
                    <a:pt x="0" y="505193"/>
                  </a:lnTo>
                  <a:lnTo>
                    <a:pt x="0" y="530136"/>
                  </a:lnTo>
                  <a:lnTo>
                    <a:pt x="198475" y="530136"/>
                  </a:lnTo>
                  <a:lnTo>
                    <a:pt x="198475" y="505193"/>
                  </a:lnTo>
                  <a:close/>
                </a:path>
                <a:path w="3695065" h="704215">
                  <a:moveTo>
                    <a:pt x="198475" y="339483"/>
                  </a:moveTo>
                  <a:lnTo>
                    <a:pt x="0" y="339483"/>
                  </a:lnTo>
                  <a:lnTo>
                    <a:pt x="0" y="364426"/>
                  </a:lnTo>
                  <a:lnTo>
                    <a:pt x="198475" y="364426"/>
                  </a:lnTo>
                  <a:lnTo>
                    <a:pt x="198475" y="339483"/>
                  </a:lnTo>
                  <a:close/>
                </a:path>
                <a:path w="3695065" h="704215">
                  <a:moveTo>
                    <a:pt x="198475" y="176149"/>
                  </a:moveTo>
                  <a:lnTo>
                    <a:pt x="0" y="176149"/>
                  </a:lnTo>
                  <a:lnTo>
                    <a:pt x="0" y="201129"/>
                  </a:lnTo>
                  <a:lnTo>
                    <a:pt x="198475" y="201129"/>
                  </a:lnTo>
                  <a:lnTo>
                    <a:pt x="198475" y="176149"/>
                  </a:lnTo>
                  <a:close/>
                </a:path>
                <a:path w="3695065" h="704215">
                  <a:moveTo>
                    <a:pt x="198475" y="16967"/>
                  </a:moveTo>
                  <a:lnTo>
                    <a:pt x="0" y="16967"/>
                  </a:lnTo>
                  <a:lnTo>
                    <a:pt x="0" y="41897"/>
                  </a:lnTo>
                  <a:lnTo>
                    <a:pt x="198475" y="41897"/>
                  </a:lnTo>
                  <a:lnTo>
                    <a:pt x="198475" y="16967"/>
                  </a:lnTo>
                  <a:close/>
                </a:path>
                <a:path w="3695065" h="704215">
                  <a:moveTo>
                    <a:pt x="909053" y="162407"/>
                  </a:moveTo>
                  <a:lnTo>
                    <a:pt x="906132" y="119989"/>
                  </a:lnTo>
                  <a:lnTo>
                    <a:pt x="870712" y="56883"/>
                  </a:lnTo>
                  <a:lnTo>
                    <a:pt x="805180" y="18923"/>
                  </a:lnTo>
                  <a:lnTo>
                    <a:pt x="764679" y="8128"/>
                  </a:lnTo>
                  <a:lnTo>
                    <a:pt x="720750" y="2032"/>
                  </a:lnTo>
                  <a:lnTo>
                    <a:pt x="675030" y="0"/>
                  </a:lnTo>
                  <a:lnTo>
                    <a:pt x="627926" y="1778"/>
                  </a:lnTo>
                  <a:lnTo>
                    <a:pt x="581317" y="7366"/>
                  </a:lnTo>
                  <a:lnTo>
                    <a:pt x="535863" y="17399"/>
                  </a:lnTo>
                  <a:lnTo>
                    <a:pt x="492683" y="32499"/>
                  </a:lnTo>
                  <a:lnTo>
                    <a:pt x="452818" y="53200"/>
                  </a:lnTo>
                  <a:lnTo>
                    <a:pt x="417004" y="80124"/>
                  </a:lnTo>
                  <a:lnTo>
                    <a:pt x="386283" y="113766"/>
                  </a:lnTo>
                  <a:lnTo>
                    <a:pt x="361772" y="154914"/>
                  </a:lnTo>
                  <a:lnTo>
                    <a:pt x="344119" y="204050"/>
                  </a:lnTo>
                  <a:lnTo>
                    <a:pt x="339420" y="256374"/>
                  </a:lnTo>
                  <a:lnTo>
                    <a:pt x="348564" y="302590"/>
                  </a:lnTo>
                  <a:lnTo>
                    <a:pt x="372186" y="340690"/>
                  </a:lnTo>
                  <a:lnTo>
                    <a:pt x="410654" y="368871"/>
                  </a:lnTo>
                  <a:lnTo>
                    <a:pt x="460565" y="389572"/>
                  </a:lnTo>
                  <a:lnTo>
                    <a:pt x="509193" y="404558"/>
                  </a:lnTo>
                  <a:lnTo>
                    <a:pt x="595287" y="427024"/>
                  </a:lnTo>
                  <a:lnTo>
                    <a:pt x="628561" y="438962"/>
                  </a:lnTo>
                  <a:lnTo>
                    <a:pt x="652805" y="454583"/>
                  </a:lnTo>
                  <a:lnTo>
                    <a:pt x="665886" y="475919"/>
                  </a:lnTo>
                  <a:lnTo>
                    <a:pt x="665886" y="505498"/>
                  </a:lnTo>
                  <a:lnTo>
                    <a:pt x="650392" y="534962"/>
                  </a:lnTo>
                  <a:lnTo>
                    <a:pt x="622465" y="556044"/>
                  </a:lnTo>
                  <a:lnTo>
                    <a:pt x="588048" y="568744"/>
                  </a:lnTo>
                  <a:lnTo>
                    <a:pt x="553770" y="572935"/>
                  </a:lnTo>
                  <a:lnTo>
                    <a:pt x="509193" y="566458"/>
                  </a:lnTo>
                  <a:lnTo>
                    <a:pt x="477329" y="547662"/>
                  </a:lnTo>
                  <a:lnTo>
                    <a:pt x="460819" y="516801"/>
                  </a:lnTo>
                  <a:lnTo>
                    <a:pt x="461962" y="474649"/>
                  </a:lnTo>
                  <a:lnTo>
                    <a:pt x="275678" y="474649"/>
                  </a:lnTo>
                  <a:lnTo>
                    <a:pt x="269582" y="530771"/>
                  </a:lnTo>
                  <a:lnTo>
                    <a:pt x="274535" y="577634"/>
                  </a:lnTo>
                  <a:lnTo>
                    <a:pt x="289394" y="615670"/>
                  </a:lnTo>
                  <a:lnTo>
                    <a:pt x="313016" y="645833"/>
                  </a:lnTo>
                  <a:lnTo>
                    <a:pt x="344373" y="668807"/>
                  </a:lnTo>
                  <a:lnTo>
                    <a:pt x="382346" y="685393"/>
                  </a:lnTo>
                  <a:lnTo>
                    <a:pt x="425767" y="696302"/>
                  </a:lnTo>
                  <a:lnTo>
                    <a:pt x="473392" y="702297"/>
                  </a:lnTo>
                  <a:lnTo>
                    <a:pt x="524306" y="704126"/>
                  </a:lnTo>
                  <a:lnTo>
                    <a:pt x="575983" y="701598"/>
                  </a:lnTo>
                  <a:lnTo>
                    <a:pt x="626402" y="694029"/>
                  </a:lnTo>
                  <a:lnTo>
                    <a:pt x="674776" y="681329"/>
                  </a:lnTo>
                  <a:lnTo>
                    <a:pt x="719988" y="663460"/>
                  </a:lnTo>
                  <a:lnTo>
                    <a:pt x="761123" y="640334"/>
                  </a:lnTo>
                  <a:lnTo>
                    <a:pt x="797064" y="611911"/>
                  </a:lnTo>
                  <a:lnTo>
                    <a:pt x="826770" y="578142"/>
                  </a:lnTo>
                  <a:lnTo>
                    <a:pt x="849376" y="538899"/>
                  </a:lnTo>
                  <a:lnTo>
                    <a:pt x="863854" y="494334"/>
                  </a:lnTo>
                  <a:lnTo>
                    <a:pt x="869696" y="439470"/>
                  </a:lnTo>
                  <a:lnTo>
                    <a:pt x="862711" y="395922"/>
                  </a:lnTo>
                  <a:lnTo>
                    <a:pt x="845185" y="361886"/>
                  </a:lnTo>
                  <a:lnTo>
                    <a:pt x="786650" y="316306"/>
                  </a:lnTo>
                  <a:lnTo>
                    <a:pt x="749820" y="301574"/>
                  </a:lnTo>
                  <a:lnTo>
                    <a:pt x="710717" y="290271"/>
                  </a:lnTo>
                  <a:lnTo>
                    <a:pt x="634403" y="271475"/>
                  </a:lnTo>
                  <a:lnTo>
                    <a:pt x="598843" y="260692"/>
                  </a:lnTo>
                  <a:lnTo>
                    <a:pt x="566839" y="245833"/>
                  </a:lnTo>
                  <a:lnTo>
                    <a:pt x="545515" y="224243"/>
                  </a:lnTo>
                  <a:lnTo>
                    <a:pt x="541959" y="192874"/>
                  </a:lnTo>
                  <a:lnTo>
                    <a:pt x="553516" y="169011"/>
                  </a:lnTo>
                  <a:lnTo>
                    <a:pt x="575221" y="149326"/>
                  </a:lnTo>
                  <a:lnTo>
                    <a:pt x="603542" y="135991"/>
                  </a:lnTo>
                  <a:lnTo>
                    <a:pt x="635165" y="131038"/>
                  </a:lnTo>
                  <a:lnTo>
                    <a:pt x="657123" y="132435"/>
                  </a:lnTo>
                  <a:lnTo>
                    <a:pt x="702335" y="152628"/>
                  </a:lnTo>
                  <a:lnTo>
                    <a:pt x="716813" y="194144"/>
                  </a:lnTo>
                  <a:lnTo>
                    <a:pt x="714019" y="212559"/>
                  </a:lnTo>
                  <a:lnTo>
                    <a:pt x="900163" y="212559"/>
                  </a:lnTo>
                  <a:lnTo>
                    <a:pt x="909053" y="162407"/>
                  </a:lnTo>
                  <a:close/>
                </a:path>
                <a:path w="3695065" h="704215">
                  <a:moveTo>
                    <a:pt x="1581797" y="14097"/>
                  </a:moveTo>
                  <a:lnTo>
                    <a:pt x="1069682" y="14097"/>
                  </a:lnTo>
                  <a:lnTo>
                    <a:pt x="926706" y="689927"/>
                  </a:lnTo>
                  <a:lnTo>
                    <a:pt x="1438948" y="689927"/>
                  </a:lnTo>
                  <a:lnTo>
                    <a:pt x="1466621" y="558838"/>
                  </a:lnTo>
                  <a:lnTo>
                    <a:pt x="1140790" y="558838"/>
                  </a:lnTo>
                  <a:lnTo>
                    <a:pt x="1171016" y="415607"/>
                  </a:lnTo>
                  <a:lnTo>
                    <a:pt x="1470812" y="415607"/>
                  </a:lnTo>
                  <a:lnTo>
                    <a:pt x="1498498" y="284683"/>
                  </a:lnTo>
                  <a:lnTo>
                    <a:pt x="1198702" y="284683"/>
                  </a:lnTo>
                  <a:lnTo>
                    <a:pt x="1228153" y="145135"/>
                  </a:lnTo>
                  <a:lnTo>
                    <a:pt x="1554111" y="145135"/>
                  </a:lnTo>
                  <a:lnTo>
                    <a:pt x="1581797" y="14097"/>
                  </a:lnTo>
                  <a:close/>
                </a:path>
                <a:path w="3695065" h="704215">
                  <a:moveTo>
                    <a:pt x="2342527" y="14097"/>
                  </a:moveTo>
                  <a:lnTo>
                    <a:pt x="2175040" y="14097"/>
                  </a:lnTo>
                  <a:lnTo>
                    <a:pt x="2068893" y="515785"/>
                  </a:lnTo>
                  <a:lnTo>
                    <a:pt x="2066607" y="517690"/>
                  </a:lnTo>
                  <a:lnTo>
                    <a:pt x="1947748" y="14097"/>
                  </a:lnTo>
                  <a:lnTo>
                    <a:pt x="1687068" y="14097"/>
                  </a:lnTo>
                  <a:lnTo>
                    <a:pt x="1544078" y="689927"/>
                  </a:lnTo>
                  <a:lnTo>
                    <a:pt x="1711693" y="689927"/>
                  </a:lnTo>
                  <a:lnTo>
                    <a:pt x="1821154" y="172313"/>
                  </a:lnTo>
                  <a:lnTo>
                    <a:pt x="1823059" y="172313"/>
                  </a:lnTo>
                  <a:lnTo>
                    <a:pt x="1941779" y="689927"/>
                  </a:lnTo>
                  <a:lnTo>
                    <a:pt x="2199678" y="689927"/>
                  </a:lnTo>
                  <a:lnTo>
                    <a:pt x="2342527" y="14097"/>
                  </a:lnTo>
                  <a:close/>
                </a:path>
                <a:path w="3695065" h="704215">
                  <a:moveTo>
                    <a:pt x="3026575" y="689927"/>
                  </a:moveTo>
                  <a:lnTo>
                    <a:pt x="3002699" y="557949"/>
                  </a:lnTo>
                  <a:lnTo>
                    <a:pt x="2978950" y="426897"/>
                  </a:lnTo>
                  <a:lnTo>
                    <a:pt x="2904159" y="14097"/>
                  </a:lnTo>
                  <a:lnTo>
                    <a:pt x="2781376" y="14097"/>
                  </a:lnTo>
                  <a:lnTo>
                    <a:pt x="2781376" y="426897"/>
                  </a:lnTo>
                  <a:lnTo>
                    <a:pt x="2601696" y="426897"/>
                  </a:lnTo>
                  <a:lnTo>
                    <a:pt x="2752293" y="146024"/>
                  </a:lnTo>
                  <a:lnTo>
                    <a:pt x="2755087" y="146024"/>
                  </a:lnTo>
                  <a:lnTo>
                    <a:pt x="2781376" y="426897"/>
                  </a:lnTo>
                  <a:lnTo>
                    <a:pt x="2781376" y="14097"/>
                  </a:lnTo>
                  <a:lnTo>
                    <a:pt x="2676868" y="14097"/>
                  </a:lnTo>
                  <a:lnTo>
                    <a:pt x="2268499" y="689927"/>
                  </a:lnTo>
                  <a:lnTo>
                    <a:pt x="2454783" y="689927"/>
                  </a:lnTo>
                  <a:lnTo>
                    <a:pt x="2526525" y="557949"/>
                  </a:lnTo>
                  <a:lnTo>
                    <a:pt x="2799410" y="557949"/>
                  </a:lnTo>
                  <a:lnTo>
                    <a:pt x="2816161" y="689927"/>
                  </a:lnTo>
                  <a:lnTo>
                    <a:pt x="3026575" y="689927"/>
                  </a:lnTo>
                  <a:close/>
                </a:path>
                <a:path w="3695065" h="704215">
                  <a:moveTo>
                    <a:pt x="3426561" y="14097"/>
                  </a:moveTo>
                  <a:lnTo>
                    <a:pt x="3240278" y="14097"/>
                  </a:lnTo>
                  <a:lnTo>
                    <a:pt x="3097301" y="689927"/>
                  </a:lnTo>
                  <a:lnTo>
                    <a:pt x="3283585" y="689927"/>
                  </a:lnTo>
                  <a:lnTo>
                    <a:pt x="3426561" y="14097"/>
                  </a:lnTo>
                  <a:close/>
                </a:path>
                <a:path w="3695065" h="704215">
                  <a:moveTo>
                    <a:pt x="3694874" y="664832"/>
                  </a:moveTo>
                  <a:lnTo>
                    <a:pt x="3496399" y="664832"/>
                  </a:lnTo>
                  <a:lnTo>
                    <a:pt x="3496399" y="689800"/>
                  </a:lnTo>
                  <a:lnTo>
                    <a:pt x="3694874" y="689800"/>
                  </a:lnTo>
                  <a:lnTo>
                    <a:pt x="3694874" y="664832"/>
                  </a:lnTo>
                  <a:close/>
                </a:path>
                <a:path w="3695065" h="704215">
                  <a:moveTo>
                    <a:pt x="3694874" y="505193"/>
                  </a:moveTo>
                  <a:lnTo>
                    <a:pt x="3496399" y="505193"/>
                  </a:lnTo>
                  <a:lnTo>
                    <a:pt x="3496399" y="530136"/>
                  </a:lnTo>
                  <a:lnTo>
                    <a:pt x="3694874" y="530136"/>
                  </a:lnTo>
                  <a:lnTo>
                    <a:pt x="3694874" y="505193"/>
                  </a:lnTo>
                  <a:close/>
                </a:path>
                <a:path w="3695065" h="704215">
                  <a:moveTo>
                    <a:pt x="3694874" y="339483"/>
                  </a:moveTo>
                  <a:lnTo>
                    <a:pt x="3496399" y="339483"/>
                  </a:lnTo>
                  <a:lnTo>
                    <a:pt x="3496399" y="364426"/>
                  </a:lnTo>
                  <a:lnTo>
                    <a:pt x="3694874" y="364426"/>
                  </a:lnTo>
                  <a:lnTo>
                    <a:pt x="3694874" y="339483"/>
                  </a:lnTo>
                  <a:close/>
                </a:path>
                <a:path w="3695065" h="704215">
                  <a:moveTo>
                    <a:pt x="3694874" y="176149"/>
                  </a:moveTo>
                  <a:lnTo>
                    <a:pt x="3496399" y="176149"/>
                  </a:lnTo>
                  <a:lnTo>
                    <a:pt x="3496399" y="201129"/>
                  </a:lnTo>
                  <a:lnTo>
                    <a:pt x="3694874" y="201129"/>
                  </a:lnTo>
                  <a:lnTo>
                    <a:pt x="3694874" y="176149"/>
                  </a:lnTo>
                  <a:close/>
                </a:path>
                <a:path w="3695065" h="704215">
                  <a:moveTo>
                    <a:pt x="3694874" y="16967"/>
                  </a:moveTo>
                  <a:lnTo>
                    <a:pt x="3496399" y="16967"/>
                  </a:lnTo>
                  <a:lnTo>
                    <a:pt x="3496399" y="41897"/>
                  </a:lnTo>
                  <a:lnTo>
                    <a:pt x="3694874" y="41897"/>
                  </a:lnTo>
                  <a:lnTo>
                    <a:pt x="3694874" y="169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11147098"/>
            <a:ext cx="20107275" cy="152400"/>
          </a:xfrm>
          <a:custGeom>
            <a:avLst/>
            <a:gdLst/>
            <a:ahLst/>
            <a:cxnLst/>
            <a:rect l="l" t="t" r="r" b="b"/>
            <a:pathLst>
              <a:path w="20107275" h="152400">
                <a:moveTo>
                  <a:pt x="20104100" y="24"/>
                </a:moveTo>
                <a:lnTo>
                  <a:pt x="0" y="24"/>
                </a:lnTo>
                <a:lnTo>
                  <a:pt x="0" y="151930"/>
                </a:lnTo>
                <a:lnTo>
                  <a:pt x="20104100" y="151930"/>
                </a:lnTo>
                <a:lnTo>
                  <a:pt x="20104100" y="24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8125" y="1045456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3618" y="1619"/>
                </a:moveTo>
                <a:lnTo>
                  <a:pt x="14400" y="3905"/>
                </a:lnTo>
                <a:lnTo>
                  <a:pt x="6882" y="10000"/>
                </a:lnTo>
                <a:lnTo>
                  <a:pt x="1816" y="19016"/>
                </a:lnTo>
                <a:lnTo>
                  <a:pt x="-37" y="30063"/>
                </a:lnTo>
                <a:lnTo>
                  <a:pt x="1816" y="41110"/>
                </a:lnTo>
                <a:lnTo>
                  <a:pt x="6882" y="50126"/>
                </a:lnTo>
                <a:lnTo>
                  <a:pt x="14400" y="56221"/>
                </a:lnTo>
                <a:lnTo>
                  <a:pt x="23618" y="58379"/>
                </a:lnTo>
                <a:lnTo>
                  <a:pt x="32824" y="56221"/>
                </a:lnTo>
                <a:lnTo>
                  <a:pt x="40342" y="50126"/>
                </a:lnTo>
                <a:lnTo>
                  <a:pt x="45408" y="41110"/>
                </a:lnTo>
                <a:lnTo>
                  <a:pt x="47262" y="30063"/>
                </a:lnTo>
                <a:lnTo>
                  <a:pt x="45408" y="19016"/>
                </a:lnTo>
                <a:lnTo>
                  <a:pt x="40342" y="10000"/>
                </a:lnTo>
                <a:lnTo>
                  <a:pt x="32824" y="3905"/>
                </a:lnTo>
                <a:lnTo>
                  <a:pt x="23618" y="161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5300" y="104545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01" y="1619"/>
                </a:moveTo>
                <a:lnTo>
                  <a:pt x="17254" y="3905"/>
                </a:lnTo>
                <a:lnTo>
                  <a:pt x="8226" y="10000"/>
                </a:lnTo>
                <a:lnTo>
                  <a:pt x="2156" y="19016"/>
                </a:lnTo>
                <a:lnTo>
                  <a:pt x="-78" y="30063"/>
                </a:lnTo>
                <a:lnTo>
                  <a:pt x="2156" y="41110"/>
                </a:lnTo>
                <a:lnTo>
                  <a:pt x="8226" y="50126"/>
                </a:lnTo>
                <a:lnTo>
                  <a:pt x="17254" y="56221"/>
                </a:lnTo>
                <a:lnTo>
                  <a:pt x="28301" y="58379"/>
                </a:lnTo>
                <a:lnTo>
                  <a:pt x="39349" y="56221"/>
                </a:lnTo>
                <a:lnTo>
                  <a:pt x="48377" y="50126"/>
                </a:lnTo>
                <a:lnTo>
                  <a:pt x="54459" y="41110"/>
                </a:lnTo>
                <a:lnTo>
                  <a:pt x="56681" y="30063"/>
                </a:lnTo>
                <a:lnTo>
                  <a:pt x="54459" y="19016"/>
                </a:lnTo>
                <a:lnTo>
                  <a:pt x="48377" y="10000"/>
                </a:lnTo>
                <a:lnTo>
                  <a:pt x="39349" y="3905"/>
                </a:lnTo>
                <a:lnTo>
                  <a:pt x="28301" y="161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2000" y="1045456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3536" y="1619"/>
                </a:moveTo>
                <a:lnTo>
                  <a:pt x="14317" y="3905"/>
                </a:lnTo>
                <a:lnTo>
                  <a:pt x="6800" y="10000"/>
                </a:lnTo>
                <a:lnTo>
                  <a:pt x="1733" y="19016"/>
                </a:lnTo>
                <a:lnTo>
                  <a:pt x="-120" y="30063"/>
                </a:lnTo>
                <a:lnTo>
                  <a:pt x="1733" y="41110"/>
                </a:lnTo>
                <a:lnTo>
                  <a:pt x="6800" y="50126"/>
                </a:lnTo>
                <a:lnTo>
                  <a:pt x="14317" y="56221"/>
                </a:lnTo>
                <a:lnTo>
                  <a:pt x="23536" y="58379"/>
                </a:lnTo>
                <a:lnTo>
                  <a:pt x="32742" y="56221"/>
                </a:lnTo>
                <a:lnTo>
                  <a:pt x="40259" y="50126"/>
                </a:lnTo>
                <a:lnTo>
                  <a:pt x="45325" y="41110"/>
                </a:lnTo>
                <a:lnTo>
                  <a:pt x="47179" y="30063"/>
                </a:lnTo>
                <a:lnTo>
                  <a:pt x="45325" y="19016"/>
                </a:lnTo>
                <a:lnTo>
                  <a:pt x="40259" y="10000"/>
                </a:lnTo>
                <a:lnTo>
                  <a:pt x="32742" y="3905"/>
                </a:lnTo>
                <a:lnTo>
                  <a:pt x="23536" y="161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8125" y="131202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618" y="1577"/>
                </a:moveTo>
                <a:lnTo>
                  <a:pt x="14400" y="3482"/>
                </a:lnTo>
                <a:lnTo>
                  <a:pt x="6882" y="8561"/>
                </a:lnTo>
                <a:lnTo>
                  <a:pt x="1816" y="16053"/>
                </a:lnTo>
                <a:lnTo>
                  <a:pt x="-37" y="25322"/>
                </a:lnTo>
                <a:lnTo>
                  <a:pt x="1816" y="34465"/>
                </a:lnTo>
                <a:lnTo>
                  <a:pt x="6882" y="41957"/>
                </a:lnTo>
                <a:lnTo>
                  <a:pt x="14400" y="47036"/>
                </a:lnTo>
                <a:lnTo>
                  <a:pt x="23618" y="48941"/>
                </a:lnTo>
                <a:lnTo>
                  <a:pt x="32824" y="47036"/>
                </a:lnTo>
                <a:lnTo>
                  <a:pt x="40342" y="41957"/>
                </a:lnTo>
                <a:lnTo>
                  <a:pt x="45408" y="34465"/>
                </a:lnTo>
                <a:lnTo>
                  <a:pt x="47262" y="25322"/>
                </a:lnTo>
                <a:lnTo>
                  <a:pt x="45408" y="16053"/>
                </a:lnTo>
                <a:lnTo>
                  <a:pt x="40342" y="8561"/>
                </a:lnTo>
                <a:lnTo>
                  <a:pt x="32824" y="3482"/>
                </a:lnTo>
                <a:lnTo>
                  <a:pt x="23618" y="157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5300" y="1312029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8301" y="1577"/>
                </a:moveTo>
                <a:lnTo>
                  <a:pt x="17254" y="3482"/>
                </a:lnTo>
                <a:lnTo>
                  <a:pt x="8226" y="8561"/>
                </a:lnTo>
                <a:lnTo>
                  <a:pt x="2156" y="16053"/>
                </a:lnTo>
                <a:lnTo>
                  <a:pt x="-78" y="25322"/>
                </a:lnTo>
                <a:lnTo>
                  <a:pt x="2156" y="34465"/>
                </a:lnTo>
                <a:lnTo>
                  <a:pt x="8226" y="41957"/>
                </a:lnTo>
                <a:lnTo>
                  <a:pt x="17254" y="47036"/>
                </a:lnTo>
                <a:lnTo>
                  <a:pt x="28301" y="48941"/>
                </a:lnTo>
                <a:lnTo>
                  <a:pt x="39349" y="47036"/>
                </a:lnTo>
                <a:lnTo>
                  <a:pt x="48377" y="41957"/>
                </a:lnTo>
                <a:lnTo>
                  <a:pt x="54459" y="34465"/>
                </a:lnTo>
                <a:lnTo>
                  <a:pt x="56681" y="25322"/>
                </a:lnTo>
                <a:lnTo>
                  <a:pt x="54459" y="16053"/>
                </a:lnTo>
                <a:lnTo>
                  <a:pt x="48377" y="8561"/>
                </a:lnTo>
                <a:lnTo>
                  <a:pt x="39349" y="3482"/>
                </a:lnTo>
                <a:lnTo>
                  <a:pt x="28301" y="157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2000" y="131202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536" y="1577"/>
                </a:moveTo>
                <a:lnTo>
                  <a:pt x="14317" y="3482"/>
                </a:lnTo>
                <a:lnTo>
                  <a:pt x="6800" y="8561"/>
                </a:lnTo>
                <a:lnTo>
                  <a:pt x="1733" y="16053"/>
                </a:lnTo>
                <a:lnTo>
                  <a:pt x="-120" y="25322"/>
                </a:lnTo>
                <a:lnTo>
                  <a:pt x="1733" y="34465"/>
                </a:lnTo>
                <a:lnTo>
                  <a:pt x="6800" y="41957"/>
                </a:lnTo>
                <a:lnTo>
                  <a:pt x="14317" y="47036"/>
                </a:lnTo>
                <a:lnTo>
                  <a:pt x="23536" y="48941"/>
                </a:lnTo>
                <a:lnTo>
                  <a:pt x="32742" y="47036"/>
                </a:lnTo>
                <a:lnTo>
                  <a:pt x="40259" y="41957"/>
                </a:lnTo>
                <a:lnTo>
                  <a:pt x="45325" y="34465"/>
                </a:lnTo>
                <a:lnTo>
                  <a:pt x="47179" y="25322"/>
                </a:lnTo>
                <a:lnTo>
                  <a:pt x="45325" y="16053"/>
                </a:lnTo>
                <a:lnTo>
                  <a:pt x="40259" y="8561"/>
                </a:lnTo>
                <a:lnTo>
                  <a:pt x="32742" y="3482"/>
                </a:lnTo>
                <a:lnTo>
                  <a:pt x="23536" y="157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8125" y="1569204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3618" y="1537"/>
                </a:moveTo>
                <a:lnTo>
                  <a:pt x="14400" y="3695"/>
                </a:lnTo>
                <a:lnTo>
                  <a:pt x="6882" y="9790"/>
                </a:lnTo>
                <a:lnTo>
                  <a:pt x="1816" y="18806"/>
                </a:lnTo>
                <a:lnTo>
                  <a:pt x="-37" y="29853"/>
                </a:lnTo>
                <a:lnTo>
                  <a:pt x="1816" y="40900"/>
                </a:lnTo>
                <a:lnTo>
                  <a:pt x="6882" y="49916"/>
                </a:lnTo>
                <a:lnTo>
                  <a:pt x="14400" y="56011"/>
                </a:lnTo>
                <a:lnTo>
                  <a:pt x="23618" y="58170"/>
                </a:lnTo>
                <a:lnTo>
                  <a:pt x="32824" y="56011"/>
                </a:lnTo>
                <a:lnTo>
                  <a:pt x="40342" y="49916"/>
                </a:lnTo>
                <a:lnTo>
                  <a:pt x="45408" y="40900"/>
                </a:lnTo>
                <a:lnTo>
                  <a:pt x="47262" y="29853"/>
                </a:lnTo>
                <a:lnTo>
                  <a:pt x="45408" y="18806"/>
                </a:lnTo>
                <a:lnTo>
                  <a:pt x="40342" y="9790"/>
                </a:lnTo>
                <a:lnTo>
                  <a:pt x="32824" y="3695"/>
                </a:lnTo>
                <a:lnTo>
                  <a:pt x="23618" y="153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5300" y="156920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01" y="1537"/>
                </a:moveTo>
                <a:lnTo>
                  <a:pt x="17254" y="3695"/>
                </a:lnTo>
                <a:lnTo>
                  <a:pt x="8226" y="9790"/>
                </a:lnTo>
                <a:lnTo>
                  <a:pt x="2156" y="18806"/>
                </a:lnTo>
                <a:lnTo>
                  <a:pt x="-78" y="29853"/>
                </a:lnTo>
                <a:lnTo>
                  <a:pt x="2156" y="40900"/>
                </a:lnTo>
                <a:lnTo>
                  <a:pt x="8226" y="49916"/>
                </a:lnTo>
                <a:lnTo>
                  <a:pt x="17254" y="56011"/>
                </a:lnTo>
                <a:lnTo>
                  <a:pt x="28301" y="58170"/>
                </a:lnTo>
                <a:lnTo>
                  <a:pt x="39349" y="56011"/>
                </a:lnTo>
                <a:lnTo>
                  <a:pt x="48377" y="49916"/>
                </a:lnTo>
                <a:lnTo>
                  <a:pt x="54459" y="40900"/>
                </a:lnTo>
                <a:lnTo>
                  <a:pt x="56681" y="29853"/>
                </a:lnTo>
                <a:lnTo>
                  <a:pt x="54459" y="18806"/>
                </a:lnTo>
                <a:lnTo>
                  <a:pt x="48377" y="9790"/>
                </a:lnTo>
                <a:lnTo>
                  <a:pt x="39349" y="3695"/>
                </a:lnTo>
                <a:lnTo>
                  <a:pt x="28301" y="153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2000" y="1569204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3536" y="1537"/>
                </a:moveTo>
                <a:lnTo>
                  <a:pt x="14317" y="3695"/>
                </a:lnTo>
                <a:lnTo>
                  <a:pt x="6800" y="9790"/>
                </a:lnTo>
                <a:lnTo>
                  <a:pt x="1733" y="18806"/>
                </a:lnTo>
                <a:lnTo>
                  <a:pt x="-120" y="29853"/>
                </a:lnTo>
                <a:lnTo>
                  <a:pt x="1733" y="40900"/>
                </a:lnTo>
                <a:lnTo>
                  <a:pt x="6800" y="49916"/>
                </a:lnTo>
                <a:lnTo>
                  <a:pt x="14317" y="56011"/>
                </a:lnTo>
                <a:lnTo>
                  <a:pt x="23536" y="58170"/>
                </a:lnTo>
                <a:lnTo>
                  <a:pt x="32742" y="56011"/>
                </a:lnTo>
                <a:lnTo>
                  <a:pt x="40259" y="49916"/>
                </a:lnTo>
                <a:lnTo>
                  <a:pt x="45325" y="40900"/>
                </a:lnTo>
                <a:lnTo>
                  <a:pt x="47179" y="29853"/>
                </a:lnTo>
                <a:lnTo>
                  <a:pt x="45325" y="18806"/>
                </a:lnTo>
                <a:lnTo>
                  <a:pt x="40259" y="9790"/>
                </a:lnTo>
                <a:lnTo>
                  <a:pt x="32742" y="3695"/>
                </a:lnTo>
                <a:lnTo>
                  <a:pt x="23536" y="153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8125" y="183577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618" y="1495"/>
                </a:moveTo>
                <a:lnTo>
                  <a:pt x="14400" y="3272"/>
                </a:lnTo>
                <a:lnTo>
                  <a:pt x="6882" y="8351"/>
                </a:lnTo>
                <a:lnTo>
                  <a:pt x="1816" y="15843"/>
                </a:lnTo>
                <a:lnTo>
                  <a:pt x="-37" y="25113"/>
                </a:lnTo>
                <a:lnTo>
                  <a:pt x="1816" y="34255"/>
                </a:lnTo>
                <a:lnTo>
                  <a:pt x="6882" y="41747"/>
                </a:lnTo>
                <a:lnTo>
                  <a:pt x="14400" y="46826"/>
                </a:lnTo>
                <a:lnTo>
                  <a:pt x="23618" y="48731"/>
                </a:lnTo>
                <a:lnTo>
                  <a:pt x="32824" y="46826"/>
                </a:lnTo>
                <a:lnTo>
                  <a:pt x="40342" y="41747"/>
                </a:lnTo>
                <a:lnTo>
                  <a:pt x="45408" y="34255"/>
                </a:lnTo>
                <a:lnTo>
                  <a:pt x="47262" y="25113"/>
                </a:lnTo>
                <a:lnTo>
                  <a:pt x="45408" y="15843"/>
                </a:lnTo>
                <a:lnTo>
                  <a:pt x="40342" y="8351"/>
                </a:lnTo>
                <a:lnTo>
                  <a:pt x="32824" y="3272"/>
                </a:lnTo>
                <a:lnTo>
                  <a:pt x="23618" y="149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5300" y="1835777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8301" y="1495"/>
                </a:moveTo>
                <a:lnTo>
                  <a:pt x="17254" y="3272"/>
                </a:lnTo>
                <a:lnTo>
                  <a:pt x="8226" y="8351"/>
                </a:lnTo>
                <a:lnTo>
                  <a:pt x="2156" y="15843"/>
                </a:lnTo>
                <a:lnTo>
                  <a:pt x="-78" y="25113"/>
                </a:lnTo>
                <a:lnTo>
                  <a:pt x="2156" y="34255"/>
                </a:lnTo>
                <a:lnTo>
                  <a:pt x="8226" y="41747"/>
                </a:lnTo>
                <a:lnTo>
                  <a:pt x="17254" y="46826"/>
                </a:lnTo>
                <a:lnTo>
                  <a:pt x="28301" y="48731"/>
                </a:lnTo>
                <a:lnTo>
                  <a:pt x="39349" y="46826"/>
                </a:lnTo>
                <a:lnTo>
                  <a:pt x="48377" y="41747"/>
                </a:lnTo>
                <a:lnTo>
                  <a:pt x="54459" y="34255"/>
                </a:lnTo>
                <a:lnTo>
                  <a:pt x="56681" y="25113"/>
                </a:lnTo>
                <a:lnTo>
                  <a:pt x="54459" y="15843"/>
                </a:lnTo>
                <a:lnTo>
                  <a:pt x="48377" y="8351"/>
                </a:lnTo>
                <a:lnTo>
                  <a:pt x="39349" y="3272"/>
                </a:lnTo>
                <a:lnTo>
                  <a:pt x="28301" y="149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2000" y="183577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536" y="1495"/>
                </a:moveTo>
                <a:lnTo>
                  <a:pt x="14317" y="3272"/>
                </a:lnTo>
                <a:lnTo>
                  <a:pt x="6800" y="8351"/>
                </a:lnTo>
                <a:lnTo>
                  <a:pt x="1733" y="15843"/>
                </a:lnTo>
                <a:lnTo>
                  <a:pt x="-120" y="25113"/>
                </a:lnTo>
                <a:lnTo>
                  <a:pt x="1733" y="34255"/>
                </a:lnTo>
                <a:lnTo>
                  <a:pt x="6800" y="41747"/>
                </a:lnTo>
                <a:lnTo>
                  <a:pt x="14317" y="46826"/>
                </a:lnTo>
                <a:lnTo>
                  <a:pt x="23536" y="48731"/>
                </a:lnTo>
                <a:lnTo>
                  <a:pt x="32742" y="46826"/>
                </a:lnTo>
                <a:lnTo>
                  <a:pt x="40259" y="41747"/>
                </a:lnTo>
                <a:lnTo>
                  <a:pt x="45325" y="34255"/>
                </a:lnTo>
                <a:lnTo>
                  <a:pt x="47179" y="25113"/>
                </a:lnTo>
                <a:lnTo>
                  <a:pt x="45325" y="15843"/>
                </a:lnTo>
                <a:lnTo>
                  <a:pt x="40259" y="8351"/>
                </a:lnTo>
                <a:lnTo>
                  <a:pt x="32742" y="3272"/>
                </a:lnTo>
                <a:lnTo>
                  <a:pt x="23536" y="149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8125" y="2092825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3618" y="1454"/>
                </a:moveTo>
                <a:lnTo>
                  <a:pt x="14400" y="3613"/>
                </a:lnTo>
                <a:lnTo>
                  <a:pt x="6882" y="9708"/>
                </a:lnTo>
                <a:lnTo>
                  <a:pt x="1816" y="18723"/>
                </a:lnTo>
                <a:lnTo>
                  <a:pt x="-37" y="29770"/>
                </a:lnTo>
                <a:lnTo>
                  <a:pt x="1816" y="40818"/>
                </a:lnTo>
                <a:lnTo>
                  <a:pt x="6882" y="49833"/>
                </a:lnTo>
                <a:lnTo>
                  <a:pt x="14400" y="55928"/>
                </a:lnTo>
                <a:lnTo>
                  <a:pt x="23618" y="58214"/>
                </a:lnTo>
                <a:lnTo>
                  <a:pt x="32824" y="55928"/>
                </a:lnTo>
                <a:lnTo>
                  <a:pt x="40342" y="49833"/>
                </a:lnTo>
                <a:lnTo>
                  <a:pt x="45408" y="40818"/>
                </a:lnTo>
                <a:lnTo>
                  <a:pt x="47262" y="29770"/>
                </a:lnTo>
                <a:lnTo>
                  <a:pt x="45408" y="18723"/>
                </a:lnTo>
                <a:lnTo>
                  <a:pt x="40342" y="9708"/>
                </a:lnTo>
                <a:lnTo>
                  <a:pt x="32824" y="3613"/>
                </a:lnTo>
                <a:lnTo>
                  <a:pt x="23618" y="145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5300" y="2092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01" y="1454"/>
                </a:moveTo>
                <a:lnTo>
                  <a:pt x="17254" y="3613"/>
                </a:lnTo>
                <a:lnTo>
                  <a:pt x="8226" y="9708"/>
                </a:lnTo>
                <a:lnTo>
                  <a:pt x="2156" y="18723"/>
                </a:lnTo>
                <a:lnTo>
                  <a:pt x="-78" y="29770"/>
                </a:lnTo>
                <a:lnTo>
                  <a:pt x="2156" y="40818"/>
                </a:lnTo>
                <a:lnTo>
                  <a:pt x="8226" y="49833"/>
                </a:lnTo>
                <a:lnTo>
                  <a:pt x="17254" y="55928"/>
                </a:lnTo>
                <a:lnTo>
                  <a:pt x="28301" y="58214"/>
                </a:lnTo>
                <a:lnTo>
                  <a:pt x="39349" y="55928"/>
                </a:lnTo>
                <a:lnTo>
                  <a:pt x="48377" y="49833"/>
                </a:lnTo>
                <a:lnTo>
                  <a:pt x="54459" y="40818"/>
                </a:lnTo>
                <a:lnTo>
                  <a:pt x="56681" y="29770"/>
                </a:lnTo>
                <a:lnTo>
                  <a:pt x="54459" y="18723"/>
                </a:lnTo>
                <a:lnTo>
                  <a:pt x="48377" y="9708"/>
                </a:lnTo>
                <a:lnTo>
                  <a:pt x="39349" y="3613"/>
                </a:lnTo>
                <a:lnTo>
                  <a:pt x="28301" y="145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2000" y="2092825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3536" y="1454"/>
                </a:moveTo>
                <a:lnTo>
                  <a:pt x="14317" y="3613"/>
                </a:lnTo>
                <a:lnTo>
                  <a:pt x="6800" y="9708"/>
                </a:lnTo>
                <a:lnTo>
                  <a:pt x="1733" y="18723"/>
                </a:lnTo>
                <a:lnTo>
                  <a:pt x="-120" y="29770"/>
                </a:lnTo>
                <a:lnTo>
                  <a:pt x="1733" y="40818"/>
                </a:lnTo>
                <a:lnTo>
                  <a:pt x="6800" y="49833"/>
                </a:lnTo>
                <a:lnTo>
                  <a:pt x="14317" y="55928"/>
                </a:lnTo>
                <a:lnTo>
                  <a:pt x="23536" y="58214"/>
                </a:lnTo>
                <a:lnTo>
                  <a:pt x="32742" y="55928"/>
                </a:lnTo>
                <a:lnTo>
                  <a:pt x="40259" y="49833"/>
                </a:lnTo>
                <a:lnTo>
                  <a:pt x="45325" y="40818"/>
                </a:lnTo>
                <a:lnTo>
                  <a:pt x="47179" y="29770"/>
                </a:lnTo>
                <a:lnTo>
                  <a:pt x="45325" y="18723"/>
                </a:lnTo>
                <a:lnTo>
                  <a:pt x="40259" y="9708"/>
                </a:lnTo>
                <a:lnTo>
                  <a:pt x="32742" y="3613"/>
                </a:lnTo>
                <a:lnTo>
                  <a:pt x="23536" y="145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8125" y="23593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618" y="1412"/>
                </a:moveTo>
                <a:lnTo>
                  <a:pt x="14400" y="3190"/>
                </a:lnTo>
                <a:lnTo>
                  <a:pt x="6882" y="8269"/>
                </a:lnTo>
                <a:lnTo>
                  <a:pt x="1816" y="15888"/>
                </a:lnTo>
                <a:lnTo>
                  <a:pt x="-37" y="25030"/>
                </a:lnTo>
                <a:lnTo>
                  <a:pt x="1816" y="34173"/>
                </a:lnTo>
                <a:lnTo>
                  <a:pt x="6882" y="41791"/>
                </a:lnTo>
                <a:lnTo>
                  <a:pt x="14400" y="46871"/>
                </a:lnTo>
                <a:lnTo>
                  <a:pt x="23618" y="48648"/>
                </a:lnTo>
                <a:lnTo>
                  <a:pt x="32824" y="46871"/>
                </a:lnTo>
                <a:lnTo>
                  <a:pt x="40342" y="41791"/>
                </a:lnTo>
                <a:lnTo>
                  <a:pt x="45408" y="34173"/>
                </a:lnTo>
                <a:lnTo>
                  <a:pt x="47262" y="25030"/>
                </a:lnTo>
                <a:lnTo>
                  <a:pt x="45408" y="15888"/>
                </a:lnTo>
                <a:lnTo>
                  <a:pt x="40342" y="8269"/>
                </a:lnTo>
                <a:lnTo>
                  <a:pt x="32824" y="3190"/>
                </a:lnTo>
                <a:lnTo>
                  <a:pt x="23618" y="1412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5300" y="2359398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8301" y="1412"/>
                </a:moveTo>
                <a:lnTo>
                  <a:pt x="17254" y="3190"/>
                </a:lnTo>
                <a:lnTo>
                  <a:pt x="8226" y="8269"/>
                </a:lnTo>
                <a:lnTo>
                  <a:pt x="2156" y="15888"/>
                </a:lnTo>
                <a:lnTo>
                  <a:pt x="-78" y="25030"/>
                </a:lnTo>
                <a:lnTo>
                  <a:pt x="2156" y="34173"/>
                </a:lnTo>
                <a:lnTo>
                  <a:pt x="8226" y="41791"/>
                </a:lnTo>
                <a:lnTo>
                  <a:pt x="17254" y="46871"/>
                </a:lnTo>
                <a:lnTo>
                  <a:pt x="28301" y="48648"/>
                </a:lnTo>
                <a:lnTo>
                  <a:pt x="39349" y="46871"/>
                </a:lnTo>
                <a:lnTo>
                  <a:pt x="48377" y="41791"/>
                </a:lnTo>
                <a:lnTo>
                  <a:pt x="54459" y="34173"/>
                </a:lnTo>
                <a:lnTo>
                  <a:pt x="56681" y="25030"/>
                </a:lnTo>
                <a:lnTo>
                  <a:pt x="54459" y="15888"/>
                </a:lnTo>
                <a:lnTo>
                  <a:pt x="48377" y="8269"/>
                </a:lnTo>
                <a:lnTo>
                  <a:pt x="39349" y="3190"/>
                </a:lnTo>
                <a:lnTo>
                  <a:pt x="28301" y="1412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2000" y="23593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536" y="1412"/>
                </a:moveTo>
                <a:lnTo>
                  <a:pt x="14317" y="3190"/>
                </a:lnTo>
                <a:lnTo>
                  <a:pt x="6800" y="8269"/>
                </a:lnTo>
                <a:lnTo>
                  <a:pt x="1733" y="15888"/>
                </a:lnTo>
                <a:lnTo>
                  <a:pt x="-120" y="25030"/>
                </a:lnTo>
                <a:lnTo>
                  <a:pt x="1733" y="34173"/>
                </a:lnTo>
                <a:lnTo>
                  <a:pt x="6800" y="41791"/>
                </a:lnTo>
                <a:lnTo>
                  <a:pt x="14317" y="46871"/>
                </a:lnTo>
                <a:lnTo>
                  <a:pt x="23536" y="48648"/>
                </a:lnTo>
                <a:lnTo>
                  <a:pt x="32742" y="46871"/>
                </a:lnTo>
                <a:lnTo>
                  <a:pt x="40259" y="41791"/>
                </a:lnTo>
                <a:lnTo>
                  <a:pt x="45325" y="34173"/>
                </a:lnTo>
                <a:lnTo>
                  <a:pt x="47179" y="25030"/>
                </a:lnTo>
                <a:lnTo>
                  <a:pt x="45325" y="15888"/>
                </a:lnTo>
                <a:lnTo>
                  <a:pt x="40259" y="8269"/>
                </a:lnTo>
                <a:lnTo>
                  <a:pt x="32742" y="3190"/>
                </a:lnTo>
                <a:lnTo>
                  <a:pt x="23536" y="1412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8125" y="2616446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3618" y="1371"/>
                </a:moveTo>
                <a:lnTo>
                  <a:pt x="14400" y="3530"/>
                </a:lnTo>
                <a:lnTo>
                  <a:pt x="6882" y="9625"/>
                </a:lnTo>
                <a:lnTo>
                  <a:pt x="1816" y="18641"/>
                </a:lnTo>
                <a:lnTo>
                  <a:pt x="-37" y="29688"/>
                </a:lnTo>
                <a:lnTo>
                  <a:pt x="1816" y="40735"/>
                </a:lnTo>
                <a:lnTo>
                  <a:pt x="6882" y="49751"/>
                </a:lnTo>
                <a:lnTo>
                  <a:pt x="14400" y="55846"/>
                </a:lnTo>
                <a:lnTo>
                  <a:pt x="23618" y="58131"/>
                </a:lnTo>
                <a:lnTo>
                  <a:pt x="32824" y="55846"/>
                </a:lnTo>
                <a:lnTo>
                  <a:pt x="40342" y="49751"/>
                </a:lnTo>
                <a:lnTo>
                  <a:pt x="45408" y="40735"/>
                </a:lnTo>
                <a:lnTo>
                  <a:pt x="47262" y="29688"/>
                </a:lnTo>
                <a:lnTo>
                  <a:pt x="45408" y="18641"/>
                </a:lnTo>
                <a:lnTo>
                  <a:pt x="40342" y="9625"/>
                </a:lnTo>
                <a:lnTo>
                  <a:pt x="32824" y="3530"/>
                </a:lnTo>
                <a:lnTo>
                  <a:pt x="23618" y="137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5300" y="261644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01" y="1371"/>
                </a:moveTo>
                <a:lnTo>
                  <a:pt x="17254" y="3530"/>
                </a:lnTo>
                <a:lnTo>
                  <a:pt x="8226" y="9625"/>
                </a:lnTo>
                <a:lnTo>
                  <a:pt x="2156" y="18641"/>
                </a:lnTo>
                <a:lnTo>
                  <a:pt x="-78" y="29688"/>
                </a:lnTo>
                <a:lnTo>
                  <a:pt x="2156" y="40735"/>
                </a:lnTo>
                <a:lnTo>
                  <a:pt x="8226" y="49751"/>
                </a:lnTo>
                <a:lnTo>
                  <a:pt x="17254" y="55846"/>
                </a:lnTo>
                <a:lnTo>
                  <a:pt x="28301" y="58131"/>
                </a:lnTo>
                <a:lnTo>
                  <a:pt x="39349" y="55846"/>
                </a:lnTo>
                <a:lnTo>
                  <a:pt x="48377" y="49751"/>
                </a:lnTo>
                <a:lnTo>
                  <a:pt x="54459" y="40735"/>
                </a:lnTo>
                <a:lnTo>
                  <a:pt x="56681" y="29688"/>
                </a:lnTo>
                <a:lnTo>
                  <a:pt x="54459" y="18641"/>
                </a:lnTo>
                <a:lnTo>
                  <a:pt x="48377" y="9625"/>
                </a:lnTo>
                <a:lnTo>
                  <a:pt x="39349" y="3530"/>
                </a:lnTo>
                <a:lnTo>
                  <a:pt x="28301" y="137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2000" y="2616446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23536" y="1371"/>
                </a:moveTo>
                <a:lnTo>
                  <a:pt x="14317" y="3530"/>
                </a:lnTo>
                <a:lnTo>
                  <a:pt x="6800" y="9625"/>
                </a:lnTo>
                <a:lnTo>
                  <a:pt x="1733" y="18641"/>
                </a:lnTo>
                <a:lnTo>
                  <a:pt x="-120" y="29688"/>
                </a:lnTo>
                <a:lnTo>
                  <a:pt x="1733" y="40735"/>
                </a:lnTo>
                <a:lnTo>
                  <a:pt x="6800" y="49751"/>
                </a:lnTo>
                <a:lnTo>
                  <a:pt x="14317" y="55846"/>
                </a:lnTo>
                <a:lnTo>
                  <a:pt x="23536" y="58131"/>
                </a:lnTo>
                <a:lnTo>
                  <a:pt x="32742" y="55846"/>
                </a:lnTo>
                <a:lnTo>
                  <a:pt x="40259" y="49751"/>
                </a:lnTo>
                <a:lnTo>
                  <a:pt x="45325" y="40735"/>
                </a:lnTo>
                <a:lnTo>
                  <a:pt x="47179" y="29688"/>
                </a:lnTo>
                <a:lnTo>
                  <a:pt x="45325" y="18641"/>
                </a:lnTo>
                <a:lnTo>
                  <a:pt x="40259" y="9625"/>
                </a:lnTo>
                <a:lnTo>
                  <a:pt x="32742" y="3530"/>
                </a:lnTo>
                <a:lnTo>
                  <a:pt x="23536" y="137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8125" y="28830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618" y="1329"/>
                </a:moveTo>
                <a:lnTo>
                  <a:pt x="14400" y="3234"/>
                </a:lnTo>
                <a:lnTo>
                  <a:pt x="6882" y="8313"/>
                </a:lnTo>
                <a:lnTo>
                  <a:pt x="1816" y="15805"/>
                </a:lnTo>
                <a:lnTo>
                  <a:pt x="-37" y="24947"/>
                </a:lnTo>
                <a:lnTo>
                  <a:pt x="1816" y="34217"/>
                </a:lnTo>
                <a:lnTo>
                  <a:pt x="6882" y="41709"/>
                </a:lnTo>
                <a:lnTo>
                  <a:pt x="14400" y="46788"/>
                </a:lnTo>
                <a:lnTo>
                  <a:pt x="23618" y="48566"/>
                </a:lnTo>
                <a:lnTo>
                  <a:pt x="32824" y="46788"/>
                </a:lnTo>
                <a:lnTo>
                  <a:pt x="40342" y="41709"/>
                </a:lnTo>
                <a:lnTo>
                  <a:pt x="45408" y="34217"/>
                </a:lnTo>
                <a:lnTo>
                  <a:pt x="47262" y="24947"/>
                </a:lnTo>
                <a:lnTo>
                  <a:pt x="45408" y="15805"/>
                </a:lnTo>
                <a:lnTo>
                  <a:pt x="40342" y="8313"/>
                </a:lnTo>
                <a:lnTo>
                  <a:pt x="32824" y="3234"/>
                </a:lnTo>
                <a:lnTo>
                  <a:pt x="23618" y="132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5300" y="2883019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28301" y="1329"/>
                </a:moveTo>
                <a:lnTo>
                  <a:pt x="17254" y="3234"/>
                </a:lnTo>
                <a:lnTo>
                  <a:pt x="8226" y="8313"/>
                </a:lnTo>
                <a:lnTo>
                  <a:pt x="2156" y="15805"/>
                </a:lnTo>
                <a:lnTo>
                  <a:pt x="-78" y="24947"/>
                </a:lnTo>
                <a:lnTo>
                  <a:pt x="2156" y="34217"/>
                </a:lnTo>
                <a:lnTo>
                  <a:pt x="8226" y="41709"/>
                </a:lnTo>
                <a:lnTo>
                  <a:pt x="17254" y="46788"/>
                </a:lnTo>
                <a:lnTo>
                  <a:pt x="28301" y="48566"/>
                </a:lnTo>
                <a:lnTo>
                  <a:pt x="39349" y="46788"/>
                </a:lnTo>
                <a:lnTo>
                  <a:pt x="48377" y="41709"/>
                </a:lnTo>
                <a:lnTo>
                  <a:pt x="54459" y="34217"/>
                </a:lnTo>
                <a:lnTo>
                  <a:pt x="56681" y="24947"/>
                </a:lnTo>
                <a:lnTo>
                  <a:pt x="54459" y="15805"/>
                </a:lnTo>
                <a:lnTo>
                  <a:pt x="48377" y="8313"/>
                </a:lnTo>
                <a:lnTo>
                  <a:pt x="39349" y="3234"/>
                </a:lnTo>
                <a:lnTo>
                  <a:pt x="28301" y="132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2000" y="28830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536" y="1329"/>
                </a:moveTo>
                <a:lnTo>
                  <a:pt x="14317" y="3234"/>
                </a:lnTo>
                <a:lnTo>
                  <a:pt x="6800" y="8313"/>
                </a:lnTo>
                <a:lnTo>
                  <a:pt x="1733" y="15805"/>
                </a:lnTo>
                <a:lnTo>
                  <a:pt x="-120" y="24947"/>
                </a:lnTo>
                <a:lnTo>
                  <a:pt x="1733" y="34217"/>
                </a:lnTo>
                <a:lnTo>
                  <a:pt x="6800" y="41709"/>
                </a:lnTo>
                <a:lnTo>
                  <a:pt x="14317" y="46788"/>
                </a:lnTo>
                <a:lnTo>
                  <a:pt x="23536" y="48566"/>
                </a:lnTo>
                <a:lnTo>
                  <a:pt x="32742" y="46788"/>
                </a:lnTo>
                <a:lnTo>
                  <a:pt x="40259" y="41709"/>
                </a:lnTo>
                <a:lnTo>
                  <a:pt x="45325" y="34217"/>
                </a:lnTo>
                <a:lnTo>
                  <a:pt x="47179" y="24947"/>
                </a:lnTo>
                <a:lnTo>
                  <a:pt x="45325" y="15805"/>
                </a:lnTo>
                <a:lnTo>
                  <a:pt x="40259" y="8313"/>
                </a:lnTo>
                <a:lnTo>
                  <a:pt x="32742" y="3234"/>
                </a:lnTo>
                <a:lnTo>
                  <a:pt x="23536" y="132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body" idx="4294967295"/>
          </p:nvPr>
        </p:nvSpPr>
        <p:spPr>
          <a:xfrm>
            <a:off x="8451850" y="1768475"/>
            <a:ext cx="10399712" cy="82586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pt-BR" spc="254" dirty="0">
                <a:latin typeface="+mj-lt"/>
              </a:rPr>
              <a:t>Késsia Milena</a:t>
            </a: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endParaRPr spc="370" dirty="0">
              <a:latin typeface="+mj-lt"/>
            </a:endParaRPr>
          </a:p>
          <a:p>
            <a:pPr marL="16510">
              <a:lnSpc>
                <a:spcPct val="100000"/>
              </a:lnSpc>
              <a:spcBef>
                <a:spcPts val="3444"/>
              </a:spcBef>
            </a:pPr>
            <a:r>
              <a:rPr b="1" spc="495" dirty="0">
                <a:latin typeface="+mj-lt"/>
                <a:cs typeface="Calibri"/>
              </a:rPr>
              <a:t>Formação</a:t>
            </a:r>
          </a:p>
          <a:p>
            <a:pPr marL="469900" indent="-457200">
              <a:lnSpc>
                <a:spcPct val="100000"/>
              </a:lnSpc>
              <a:spcBef>
                <a:spcPts val="2535"/>
              </a:spcBef>
              <a:buAutoNum type="arabicPeriod"/>
              <a:tabLst>
                <a:tab pos="469900" algn="l"/>
              </a:tabLst>
            </a:pPr>
            <a:r>
              <a:rPr lang="pt-BR" sz="2750" spc="340" dirty="0">
                <a:latin typeface="+mj-lt"/>
              </a:rPr>
              <a:t>Bacharelado em Engenharia da Computação</a:t>
            </a:r>
            <a:r>
              <a:rPr sz="2750" spc="250" dirty="0">
                <a:latin typeface="+mj-lt"/>
              </a:rPr>
              <a:t>.</a:t>
            </a:r>
            <a:endParaRPr sz="2750" dirty="0">
              <a:latin typeface="+mj-lt"/>
            </a:endParaRPr>
          </a:p>
          <a:p>
            <a:pPr marL="469900" indent="-457200">
              <a:lnSpc>
                <a:spcPct val="100000"/>
              </a:lnSpc>
              <a:spcBef>
                <a:spcPts val="1950"/>
              </a:spcBef>
              <a:buAutoNum type="arabicPeriod"/>
              <a:tabLst>
                <a:tab pos="469900" algn="l"/>
              </a:tabLst>
            </a:pPr>
            <a:r>
              <a:rPr lang="pt-BR" sz="2750" spc="300" dirty="0">
                <a:latin typeface="+mj-lt"/>
              </a:rPr>
              <a:t>Desenvolvimento </a:t>
            </a:r>
            <a:r>
              <a:rPr lang="pt-BR" sz="2750" spc="300" dirty="0" err="1">
                <a:latin typeface="+mj-lt"/>
              </a:rPr>
              <a:t>FullStack</a:t>
            </a:r>
            <a:r>
              <a:rPr sz="2750" spc="75" dirty="0">
                <a:latin typeface="+mj-lt"/>
              </a:rPr>
              <a:t> </a:t>
            </a:r>
            <a:r>
              <a:rPr sz="2750" spc="265" dirty="0">
                <a:latin typeface="+mj-lt"/>
              </a:rPr>
              <a:t>pelo</a:t>
            </a:r>
            <a:r>
              <a:rPr sz="2750" spc="135" dirty="0">
                <a:latin typeface="+mj-lt"/>
              </a:rPr>
              <a:t> </a:t>
            </a:r>
            <a:r>
              <a:rPr sz="2750" spc="295" dirty="0">
                <a:latin typeface="+mj-lt"/>
              </a:rPr>
              <a:t>SENAI.</a:t>
            </a:r>
            <a:endParaRPr lang="pt-BR" sz="2750" spc="295" dirty="0">
              <a:latin typeface="+mj-lt"/>
            </a:endParaRPr>
          </a:p>
          <a:p>
            <a:pPr marL="469900" indent="-457200">
              <a:lnSpc>
                <a:spcPct val="100000"/>
              </a:lnSpc>
              <a:spcBef>
                <a:spcPts val="1950"/>
              </a:spcBef>
              <a:buAutoNum type="arabicPeriod"/>
              <a:tabLst>
                <a:tab pos="469900" algn="l"/>
              </a:tabLst>
            </a:pPr>
            <a:r>
              <a:rPr lang="pt-BR" sz="2750" spc="295" dirty="0">
                <a:latin typeface="+mj-lt"/>
              </a:rPr>
              <a:t>Pós graduanda em Inteligência Artificial.</a:t>
            </a:r>
          </a:p>
          <a:p>
            <a:pPr marL="469900" indent="-457200">
              <a:spcBef>
                <a:spcPts val="1950"/>
              </a:spcBef>
              <a:buAutoNum type="arabicPeriod"/>
              <a:tabLst>
                <a:tab pos="469900" algn="l"/>
              </a:tabLst>
            </a:pPr>
            <a:r>
              <a:rPr lang="pt-BR" sz="2750" spc="295" dirty="0">
                <a:latin typeface="+mj-lt"/>
              </a:rPr>
              <a:t>Pós graduanda em Computação Quântica</a:t>
            </a:r>
            <a:endParaRPr sz="2750" spc="295" dirty="0">
              <a:latin typeface="+mj-lt"/>
            </a:endParaRPr>
          </a:p>
          <a:p>
            <a:pPr marL="16510">
              <a:lnSpc>
                <a:spcPct val="100000"/>
              </a:lnSpc>
              <a:spcBef>
                <a:spcPts val="3200"/>
              </a:spcBef>
            </a:pPr>
            <a:endParaRPr lang="pt-BR" b="1" spc="434" dirty="0">
              <a:latin typeface="+mj-lt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3200"/>
              </a:spcBef>
            </a:pPr>
            <a:r>
              <a:rPr b="1" spc="434" dirty="0" err="1">
                <a:latin typeface="+mj-lt"/>
                <a:cs typeface="Calibri"/>
              </a:rPr>
              <a:t>Experiências</a:t>
            </a:r>
            <a:r>
              <a:rPr b="1" spc="265" dirty="0">
                <a:latin typeface="+mj-lt"/>
                <a:cs typeface="Calibri"/>
              </a:rPr>
              <a:t> </a:t>
            </a:r>
            <a:r>
              <a:rPr b="1" spc="370" dirty="0" err="1">
                <a:latin typeface="+mj-lt"/>
                <a:cs typeface="Calibri"/>
              </a:rPr>
              <a:t>Profissionais</a:t>
            </a:r>
            <a:endParaRPr b="1" spc="370" dirty="0">
              <a:latin typeface="+mj-lt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540"/>
              </a:spcBef>
              <a:buAutoNum type="arabicPeriod"/>
              <a:tabLst>
                <a:tab pos="469900" algn="l"/>
              </a:tabLst>
            </a:pPr>
            <a:r>
              <a:rPr lang="pt-BR" sz="2750" spc="285" dirty="0">
                <a:latin typeface="+mj-lt"/>
              </a:rPr>
              <a:t>Analista de Sistemas.</a:t>
            </a:r>
            <a:endParaRPr sz="2750" dirty="0">
              <a:latin typeface="+mj-lt"/>
            </a:endParaRPr>
          </a:p>
          <a:p>
            <a:pPr marL="469900" indent="-457200">
              <a:lnSpc>
                <a:spcPct val="100000"/>
              </a:lnSpc>
              <a:spcBef>
                <a:spcPts val="1950"/>
              </a:spcBef>
              <a:buAutoNum type="arabicPeriod"/>
              <a:tabLst>
                <a:tab pos="469900" algn="l"/>
              </a:tabLst>
            </a:pPr>
            <a:r>
              <a:rPr sz="2750" spc="235" dirty="0" err="1">
                <a:latin typeface="+mj-lt"/>
              </a:rPr>
              <a:t>Instrutor</a:t>
            </a:r>
            <a:r>
              <a:rPr lang="pt-BR" sz="2750" spc="235" dirty="0">
                <a:latin typeface="+mj-lt"/>
              </a:rPr>
              <a:t>a</a:t>
            </a:r>
            <a:r>
              <a:rPr sz="2750" spc="100" dirty="0">
                <a:latin typeface="+mj-lt"/>
              </a:rPr>
              <a:t> </a:t>
            </a:r>
            <a:r>
              <a:rPr sz="2750" spc="330" dirty="0">
                <a:latin typeface="+mj-lt"/>
              </a:rPr>
              <a:t>no</a:t>
            </a:r>
            <a:r>
              <a:rPr sz="2750" spc="155" dirty="0">
                <a:latin typeface="+mj-lt"/>
              </a:rPr>
              <a:t> </a:t>
            </a:r>
            <a:r>
              <a:rPr sz="2750" spc="285" dirty="0">
                <a:latin typeface="+mj-lt"/>
              </a:rPr>
              <a:t>SENAI.</a:t>
            </a:r>
            <a:endParaRPr sz="2750" dirty="0">
              <a:latin typeface="+mj-lt"/>
            </a:endParaRP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217DC95E-CA4D-4F43-849C-F4EF997ADF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29951" cy="11147098"/>
          </a:xfrm>
          <a:prstGeom prst="rect">
            <a:avLst/>
          </a:prstGeom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FC196047-E7BF-49A1-9EEF-7081589ADE9B}"/>
              </a:ext>
            </a:extLst>
          </p:cNvPr>
          <p:cNvSpPr/>
          <p:nvPr/>
        </p:nvSpPr>
        <p:spPr>
          <a:xfrm>
            <a:off x="8421852" y="807917"/>
            <a:ext cx="3534942" cy="8540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950" b="1" spc="545" dirty="0">
                <a:solidFill>
                  <a:srgbClr val="333333"/>
                </a:solidFill>
                <a:latin typeface="+mj-lt"/>
              </a:rPr>
              <a:t>Instrutora</a:t>
            </a:r>
            <a:endParaRPr lang="pt-BR" sz="4950" b="1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849"/>
            <a:ext cx="20107275" cy="11301095"/>
            <a:chOff x="0" y="-1849"/>
            <a:chExt cx="20107275" cy="11301095"/>
          </a:xfrm>
        </p:grpSpPr>
        <p:sp>
          <p:nvSpPr>
            <p:cNvPr id="3" name="object 3"/>
            <p:cNvSpPr/>
            <p:nvPr/>
          </p:nvSpPr>
          <p:spPr>
            <a:xfrm>
              <a:off x="15363825" y="9319100"/>
              <a:ext cx="3695700" cy="942340"/>
            </a:xfrm>
            <a:custGeom>
              <a:avLst/>
              <a:gdLst/>
              <a:ahLst/>
              <a:cxnLst/>
              <a:rect l="l" t="t" r="r" b="b"/>
              <a:pathLst>
                <a:path w="3695700" h="942340">
                  <a:moveTo>
                    <a:pt x="3692436" y="313"/>
                  </a:moveTo>
                  <a:lnTo>
                    <a:pt x="-2425" y="313"/>
                  </a:lnTo>
                  <a:lnTo>
                    <a:pt x="-2425" y="942136"/>
                  </a:lnTo>
                  <a:lnTo>
                    <a:pt x="3692436" y="942136"/>
                  </a:lnTo>
                  <a:lnTo>
                    <a:pt x="3692436" y="313"/>
                  </a:lnTo>
                  <a:close/>
                </a:path>
              </a:pathLst>
            </a:custGeom>
            <a:solidFill>
              <a:srgbClr val="E10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1387" y="9433603"/>
              <a:ext cx="3695065" cy="704215"/>
            </a:xfrm>
            <a:custGeom>
              <a:avLst/>
              <a:gdLst/>
              <a:ahLst/>
              <a:cxnLst/>
              <a:rect l="l" t="t" r="r" b="b"/>
              <a:pathLst>
                <a:path w="3695065" h="704215">
                  <a:moveTo>
                    <a:pt x="198462" y="664832"/>
                  </a:moveTo>
                  <a:lnTo>
                    <a:pt x="0" y="664832"/>
                  </a:lnTo>
                  <a:lnTo>
                    <a:pt x="0" y="689800"/>
                  </a:lnTo>
                  <a:lnTo>
                    <a:pt x="198462" y="689800"/>
                  </a:lnTo>
                  <a:lnTo>
                    <a:pt x="198462" y="664832"/>
                  </a:lnTo>
                  <a:close/>
                </a:path>
                <a:path w="3695065" h="704215">
                  <a:moveTo>
                    <a:pt x="198462" y="505193"/>
                  </a:moveTo>
                  <a:lnTo>
                    <a:pt x="0" y="505193"/>
                  </a:lnTo>
                  <a:lnTo>
                    <a:pt x="0" y="530136"/>
                  </a:lnTo>
                  <a:lnTo>
                    <a:pt x="198462" y="530136"/>
                  </a:lnTo>
                  <a:lnTo>
                    <a:pt x="198462" y="505193"/>
                  </a:lnTo>
                  <a:close/>
                </a:path>
                <a:path w="3695065" h="704215">
                  <a:moveTo>
                    <a:pt x="198462" y="339483"/>
                  </a:moveTo>
                  <a:lnTo>
                    <a:pt x="0" y="339483"/>
                  </a:lnTo>
                  <a:lnTo>
                    <a:pt x="0" y="364426"/>
                  </a:lnTo>
                  <a:lnTo>
                    <a:pt x="198462" y="364426"/>
                  </a:lnTo>
                  <a:lnTo>
                    <a:pt x="198462" y="339483"/>
                  </a:lnTo>
                  <a:close/>
                </a:path>
                <a:path w="3695065" h="704215">
                  <a:moveTo>
                    <a:pt x="198462" y="176149"/>
                  </a:moveTo>
                  <a:lnTo>
                    <a:pt x="0" y="176149"/>
                  </a:lnTo>
                  <a:lnTo>
                    <a:pt x="0" y="201129"/>
                  </a:lnTo>
                  <a:lnTo>
                    <a:pt x="198462" y="201129"/>
                  </a:lnTo>
                  <a:lnTo>
                    <a:pt x="198462" y="176149"/>
                  </a:lnTo>
                  <a:close/>
                </a:path>
                <a:path w="3695065" h="704215">
                  <a:moveTo>
                    <a:pt x="198462" y="16967"/>
                  </a:moveTo>
                  <a:lnTo>
                    <a:pt x="0" y="16967"/>
                  </a:lnTo>
                  <a:lnTo>
                    <a:pt x="0" y="41897"/>
                  </a:lnTo>
                  <a:lnTo>
                    <a:pt x="198462" y="41897"/>
                  </a:lnTo>
                  <a:lnTo>
                    <a:pt x="198462" y="16967"/>
                  </a:lnTo>
                  <a:close/>
                </a:path>
                <a:path w="3695065" h="704215">
                  <a:moveTo>
                    <a:pt x="909053" y="162407"/>
                  </a:moveTo>
                  <a:lnTo>
                    <a:pt x="906132" y="119989"/>
                  </a:lnTo>
                  <a:lnTo>
                    <a:pt x="840994" y="35039"/>
                  </a:lnTo>
                  <a:lnTo>
                    <a:pt x="805180" y="18923"/>
                  </a:lnTo>
                  <a:lnTo>
                    <a:pt x="764552" y="8128"/>
                  </a:lnTo>
                  <a:lnTo>
                    <a:pt x="720750" y="2032"/>
                  </a:lnTo>
                  <a:lnTo>
                    <a:pt x="675030" y="0"/>
                  </a:lnTo>
                  <a:lnTo>
                    <a:pt x="627926" y="1778"/>
                  </a:lnTo>
                  <a:lnTo>
                    <a:pt x="581317" y="7366"/>
                  </a:lnTo>
                  <a:lnTo>
                    <a:pt x="535863" y="17399"/>
                  </a:lnTo>
                  <a:lnTo>
                    <a:pt x="492683" y="32499"/>
                  </a:lnTo>
                  <a:lnTo>
                    <a:pt x="452818" y="53200"/>
                  </a:lnTo>
                  <a:lnTo>
                    <a:pt x="417004" y="80124"/>
                  </a:lnTo>
                  <a:lnTo>
                    <a:pt x="386283" y="113766"/>
                  </a:lnTo>
                  <a:lnTo>
                    <a:pt x="361645" y="154914"/>
                  </a:lnTo>
                  <a:lnTo>
                    <a:pt x="344119" y="204050"/>
                  </a:lnTo>
                  <a:lnTo>
                    <a:pt x="339420" y="256374"/>
                  </a:lnTo>
                  <a:lnTo>
                    <a:pt x="348564" y="302590"/>
                  </a:lnTo>
                  <a:lnTo>
                    <a:pt x="372186" y="340690"/>
                  </a:lnTo>
                  <a:lnTo>
                    <a:pt x="410654" y="368871"/>
                  </a:lnTo>
                  <a:lnTo>
                    <a:pt x="460438" y="389572"/>
                  </a:lnTo>
                  <a:lnTo>
                    <a:pt x="509193" y="404558"/>
                  </a:lnTo>
                  <a:lnTo>
                    <a:pt x="595287" y="427024"/>
                  </a:lnTo>
                  <a:lnTo>
                    <a:pt x="628561" y="438962"/>
                  </a:lnTo>
                  <a:lnTo>
                    <a:pt x="652805" y="454583"/>
                  </a:lnTo>
                  <a:lnTo>
                    <a:pt x="665886" y="475919"/>
                  </a:lnTo>
                  <a:lnTo>
                    <a:pt x="665886" y="505498"/>
                  </a:lnTo>
                  <a:lnTo>
                    <a:pt x="650392" y="534962"/>
                  </a:lnTo>
                  <a:lnTo>
                    <a:pt x="622338" y="556044"/>
                  </a:lnTo>
                  <a:lnTo>
                    <a:pt x="588048" y="568744"/>
                  </a:lnTo>
                  <a:lnTo>
                    <a:pt x="553770" y="572935"/>
                  </a:lnTo>
                  <a:lnTo>
                    <a:pt x="509193" y="566458"/>
                  </a:lnTo>
                  <a:lnTo>
                    <a:pt x="477329" y="547662"/>
                  </a:lnTo>
                  <a:lnTo>
                    <a:pt x="460819" y="516801"/>
                  </a:lnTo>
                  <a:lnTo>
                    <a:pt x="461962" y="474649"/>
                  </a:lnTo>
                  <a:lnTo>
                    <a:pt x="275678" y="474649"/>
                  </a:lnTo>
                  <a:lnTo>
                    <a:pt x="269582" y="530771"/>
                  </a:lnTo>
                  <a:lnTo>
                    <a:pt x="274535" y="577634"/>
                  </a:lnTo>
                  <a:lnTo>
                    <a:pt x="289394" y="615670"/>
                  </a:lnTo>
                  <a:lnTo>
                    <a:pt x="313016" y="645833"/>
                  </a:lnTo>
                  <a:lnTo>
                    <a:pt x="344373" y="668807"/>
                  </a:lnTo>
                  <a:lnTo>
                    <a:pt x="382346" y="685393"/>
                  </a:lnTo>
                  <a:lnTo>
                    <a:pt x="425640" y="696302"/>
                  </a:lnTo>
                  <a:lnTo>
                    <a:pt x="473392" y="702297"/>
                  </a:lnTo>
                  <a:lnTo>
                    <a:pt x="524306" y="704126"/>
                  </a:lnTo>
                  <a:lnTo>
                    <a:pt x="575983" y="701598"/>
                  </a:lnTo>
                  <a:lnTo>
                    <a:pt x="626402" y="694029"/>
                  </a:lnTo>
                  <a:lnTo>
                    <a:pt x="674776" y="681329"/>
                  </a:lnTo>
                  <a:lnTo>
                    <a:pt x="719988" y="663460"/>
                  </a:lnTo>
                  <a:lnTo>
                    <a:pt x="761123" y="640334"/>
                  </a:lnTo>
                  <a:lnTo>
                    <a:pt x="797064" y="611911"/>
                  </a:lnTo>
                  <a:lnTo>
                    <a:pt x="826770" y="578142"/>
                  </a:lnTo>
                  <a:lnTo>
                    <a:pt x="849376" y="538899"/>
                  </a:lnTo>
                  <a:lnTo>
                    <a:pt x="863854" y="494334"/>
                  </a:lnTo>
                  <a:lnTo>
                    <a:pt x="869696" y="439470"/>
                  </a:lnTo>
                  <a:lnTo>
                    <a:pt x="862711" y="395922"/>
                  </a:lnTo>
                  <a:lnTo>
                    <a:pt x="845185" y="361886"/>
                  </a:lnTo>
                  <a:lnTo>
                    <a:pt x="786650" y="316306"/>
                  </a:lnTo>
                  <a:lnTo>
                    <a:pt x="749820" y="301574"/>
                  </a:lnTo>
                  <a:lnTo>
                    <a:pt x="710717" y="290271"/>
                  </a:lnTo>
                  <a:lnTo>
                    <a:pt x="634276" y="271475"/>
                  </a:lnTo>
                  <a:lnTo>
                    <a:pt x="598843" y="260692"/>
                  </a:lnTo>
                  <a:lnTo>
                    <a:pt x="566839" y="245833"/>
                  </a:lnTo>
                  <a:lnTo>
                    <a:pt x="545515" y="224243"/>
                  </a:lnTo>
                  <a:lnTo>
                    <a:pt x="541959" y="192874"/>
                  </a:lnTo>
                  <a:lnTo>
                    <a:pt x="553516" y="169011"/>
                  </a:lnTo>
                  <a:lnTo>
                    <a:pt x="575221" y="149326"/>
                  </a:lnTo>
                  <a:lnTo>
                    <a:pt x="603542" y="135991"/>
                  </a:lnTo>
                  <a:lnTo>
                    <a:pt x="635165" y="131038"/>
                  </a:lnTo>
                  <a:lnTo>
                    <a:pt x="657123" y="132435"/>
                  </a:lnTo>
                  <a:lnTo>
                    <a:pt x="702335" y="152628"/>
                  </a:lnTo>
                  <a:lnTo>
                    <a:pt x="716813" y="194144"/>
                  </a:lnTo>
                  <a:lnTo>
                    <a:pt x="714019" y="212559"/>
                  </a:lnTo>
                  <a:lnTo>
                    <a:pt x="900163" y="212559"/>
                  </a:lnTo>
                  <a:lnTo>
                    <a:pt x="909053" y="162407"/>
                  </a:lnTo>
                  <a:close/>
                </a:path>
                <a:path w="3695065" h="704215">
                  <a:moveTo>
                    <a:pt x="1581797" y="14097"/>
                  </a:moveTo>
                  <a:lnTo>
                    <a:pt x="1069682" y="14097"/>
                  </a:lnTo>
                  <a:lnTo>
                    <a:pt x="926706" y="689927"/>
                  </a:lnTo>
                  <a:lnTo>
                    <a:pt x="1438948" y="689927"/>
                  </a:lnTo>
                  <a:lnTo>
                    <a:pt x="1466621" y="558838"/>
                  </a:lnTo>
                  <a:lnTo>
                    <a:pt x="1140790" y="558838"/>
                  </a:lnTo>
                  <a:lnTo>
                    <a:pt x="1171016" y="415607"/>
                  </a:lnTo>
                  <a:lnTo>
                    <a:pt x="1470812" y="415607"/>
                  </a:lnTo>
                  <a:lnTo>
                    <a:pt x="1498498" y="284683"/>
                  </a:lnTo>
                  <a:lnTo>
                    <a:pt x="1198575" y="284683"/>
                  </a:lnTo>
                  <a:lnTo>
                    <a:pt x="1228153" y="145135"/>
                  </a:lnTo>
                  <a:lnTo>
                    <a:pt x="1553984" y="145135"/>
                  </a:lnTo>
                  <a:lnTo>
                    <a:pt x="1581797" y="14097"/>
                  </a:lnTo>
                  <a:close/>
                </a:path>
                <a:path w="3695065" h="704215">
                  <a:moveTo>
                    <a:pt x="2342527" y="14097"/>
                  </a:moveTo>
                  <a:lnTo>
                    <a:pt x="2175040" y="14097"/>
                  </a:lnTo>
                  <a:lnTo>
                    <a:pt x="2068766" y="515785"/>
                  </a:lnTo>
                  <a:lnTo>
                    <a:pt x="2066607" y="517690"/>
                  </a:lnTo>
                  <a:lnTo>
                    <a:pt x="1947748" y="14097"/>
                  </a:lnTo>
                  <a:lnTo>
                    <a:pt x="1687068" y="14097"/>
                  </a:lnTo>
                  <a:lnTo>
                    <a:pt x="1544078" y="689927"/>
                  </a:lnTo>
                  <a:lnTo>
                    <a:pt x="1711693" y="689927"/>
                  </a:lnTo>
                  <a:lnTo>
                    <a:pt x="1821154" y="172313"/>
                  </a:lnTo>
                  <a:lnTo>
                    <a:pt x="1823059" y="172313"/>
                  </a:lnTo>
                  <a:lnTo>
                    <a:pt x="1941779" y="689927"/>
                  </a:lnTo>
                  <a:lnTo>
                    <a:pt x="2199678" y="689927"/>
                  </a:lnTo>
                  <a:lnTo>
                    <a:pt x="2342527" y="14097"/>
                  </a:lnTo>
                  <a:close/>
                </a:path>
                <a:path w="3695065" h="704215">
                  <a:moveTo>
                    <a:pt x="3026575" y="689927"/>
                  </a:moveTo>
                  <a:lnTo>
                    <a:pt x="3002699" y="557949"/>
                  </a:lnTo>
                  <a:lnTo>
                    <a:pt x="2978950" y="426897"/>
                  </a:lnTo>
                  <a:lnTo>
                    <a:pt x="2904159" y="14097"/>
                  </a:lnTo>
                  <a:lnTo>
                    <a:pt x="2781376" y="14097"/>
                  </a:lnTo>
                  <a:lnTo>
                    <a:pt x="2781376" y="426897"/>
                  </a:lnTo>
                  <a:lnTo>
                    <a:pt x="2601569" y="426897"/>
                  </a:lnTo>
                  <a:lnTo>
                    <a:pt x="2752293" y="146024"/>
                  </a:lnTo>
                  <a:lnTo>
                    <a:pt x="2755087" y="146024"/>
                  </a:lnTo>
                  <a:lnTo>
                    <a:pt x="2781376" y="426897"/>
                  </a:lnTo>
                  <a:lnTo>
                    <a:pt x="2781376" y="14097"/>
                  </a:lnTo>
                  <a:lnTo>
                    <a:pt x="2676868" y="14097"/>
                  </a:lnTo>
                  <a:lnTo>
                    <a:pt x="2268499" y="689927"/>
                  </a:lnTo>
                  <a:lnTo>
                    <a:pt x="2454783" y="689927"/>
                  </a:lnTo>
                  <a:lnTo>
                    <a:pt x="2526525" y="557949"/>
                  </a:lnTo>
                  <a:lnTo>
                    <a:pt x="2799410" y="557949"/>
                  </a:lnTo>
                  <a:lnTo>
                    <a:pt x="2816161" y="689927"/>
                  </a:lnTo>
                  <a:lnTo>
                    <a:pt x="3026575" y="689927"/>
                  </a:lnTo>
                  <a:close/>
                </a:path>
                <a:path w="3695065" h="704215">
                  <a:moveTo>
                    <a:pt x="3426434" y="14097"/>
                  </a:moveTo>
                  <a:lnTo>
                    <a:pt x="3240278" y="14097"/>
                  </a:lnTo>
                  <a:lnTo>
                    <a:pt x="3097301" y="689927"/>
                  </a:lnTo>
                  <a:lnTo>
                    <a:pt x="3283585" y="689927"/>
                  </a:lnTo>
                  <a:lnTo>
                    <a:pt x="3426434" y="14097"/>
                  </a:lnTo>
                  <a:close/>
                </a:path>
                <a:path w="3695065" h="704215">
                  <a:moveTo>
                    <a:pt x="3694861" y="664832"/>
                  </a:moveTo>
                  <a:lnTo>
                    <a:pt x="3496399" y="664832"/>
                  </a:lnTo>
                  <a:lnTo>
                    <a:pt x="3496399" y="689800"/>
                  </a:lnTo>
                  <a:lnTo>
                    <a:pt x="3694861" y="689800"/>
                  </a:lnTo>
                  <a:lnTo>
                    <a:pt x="3694861" y="664832"/>
                  </a:lnTo>
                  <a:close/>
                </a:path>
                <a:path w="3695065" h="704215">
                  <a:moveTo>
                    <a:pt x="3694861" y="505193"/>
                  </a:moveTo>
                  <a:lnTo>
                    <a:pt x="3496399" y="505193"/>
                  </a:lnTo>
                  <a:lnTo>
                    <a:pt x="3496399" y="530136"/>
                  </a:lnTo>
                  <a:lnTo>
                    <a:pt x="3694861" y="530136"/>
                  </a:lnTo>
                  <a:lnTo>
                    <a:pt x="3694861" y="505193"/>
                  </a:lnTo>
                  <a:close/>
                </a:path>
                <a:path w="3695065" h="704215">
                  <a:moveTo>
                    <a:pt x="3694861" y="339483"/>
                  </a:moveTo>
                  <a:lnTo>
                    <a:pt x="3496399" y="339483"/>
                  </a:lnTo>
                  <a:lnTo>
                    <a:pt x="3496399" y="364426"/>
                  </a:lnTo>
                  <a:lnTo>
                    <a:pt x="3694861" y="364426"/>
                  </a:lnTo>
                  <a:lnTo>
                    <a:pt x="3694861" y="339483"/>
                  </a:lnTo>
                  <a:close/>
                </a:path>
                <a:path w="3695065" h="704215">
                  <a:moveTo>
                    <a:pt x="3694861" y="176149"/>
                  </a:moveTo>
                  <a:lnTo>
                    <a:pt x="3496399" y="176149"/>
                  </a:lnTo>
                  <a:lnTo>
                    <a:pt x="3496399" y="201129"/>
                  </a:lnTo>
                  <a:lnTo>
                    <a:pt x="3694861" y="201129"/>
                  </a:lnTo>
                  <a:lnTo>
                    <a:pt x="3694861" y="176149"/>
                  </a:lnTo>
                  <a:close/>
                </a:path>
                <a:path w="3695065" h="704215">
                  <a:moveTo>
                    <a:pt x="3694861" y="16967"/>
                  </a:moveTo>
                  <a:lnTo>
                    <a:pt x="3496399" y="16967"/>
                  </a:lnTo>
                  <a:lnTo>
                    <a:pt x="3496399" y="41897"/>
                  </a:lnTo>
                  <a:lnTo>
                    <a:pt x="3694861" y="41897"/>
                  </a:lnTo>
                  <a:lnTo>
                    <a:pt x="3694861" y="169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961306" y="257014"/>
              <a:ext cx="1885314" cy="1884680"/>
            </a:xfrm>
            <a:custGeom>
              <a:avLst/>
              <a:gdLst/>
              <a:ahLst/>
              <a:cxnLst/>
              <a:rect l="l" t="t" r="r" b="b"/>
              <a:pathLst>
                <a:path w="1885315" h="1884680">
                  <a:moveTo>
                    <a:pt x="47371" y="1860892"/>
                  </a:moveTo>
                  <a:lnTo>
                    <a:pt x="45466" y="1851621"/>
                  </a:lnTo>
                  <a:lnTo>
                    <a:pt x="40386" y="1844128"/>
                  </a:lnTo>
                  <a:lnTo>
                    <a:pt x="32893" y="1839048"/>
                  </a:lnTo>
                  <a:lnTo>
                    <a:pt x="23622" y="1837270"/>
                  </a:lnTo>
                  <a:lnTo>
                    <a:pt x="14478" y="1839048"/>
                  </a:lnTo>
                  <a:lnTo>
                    <a:pt x="6985" y="1844128"/>
                  </a:lnTo>
                  <a:lnTo>
                    <a:pt x="1905" y="1851621"/>
                  </a:lnTo>
                  <a:lnTo>
                    <a:pt x="0" y="1860892"/>
                  </a:lnTo>
                  <a:lnTo>
                    <a:pt x="1905" y="1870036"/>
                  </a:lnTo>
                  <a:lnTo>
                    <a:pt x="6985" y="1877656"/>
                  </a:lnTo>
                  <a:lnTo>
                    <a:pt x="14478" y="1882597"/>
                  </a:lnTo>
                  <a:lnTo>
                    <a:pt x="23622" y="1884502"/>
                  </a:lnTo>
                  <a:lnTo>
                    <a:pt x="32893" y="1882597"/>
                  </a:lnTo>
                  <a:lnTo>
                    <a:pt x="40386" y="1877656"/>
                  </a:lnTo>
                  <a:lnTo>
                    <a:pt x="45466" y="1870036"/>
                  </a:lnTo>
                  <a:lnTo>
                    <a:pt x="47371" y="1860892"/>
                  </a:lnTo>
                  <a:close/>
                </a:path>
                <a:path w="1885315" h="1884680">
                  <a:moveTo>
                    <a:pt x="47371" y="1599057"/>
                  </a:moveTo>
                  <a:lnTo>
                    <a:pt x="45466" y="1588008"/>
                  </a:lnTo>
                  <a:lnTo>
                    <a:pt x="40386" y="1578991"/>
                  </a:lnTo>
                  <a:lnTo>
                    <a:pt x="32893" y="1572895"/>
                  </a:lnTo>
                  <a:lnTo>
                    <a:pt x="23622" y="1570736"/>
                  </a:lnTo>
                  <a:lnTo>
                    <a:pt x="14478" y="1572895"/>
                  </a:lnTo>
                  <a:lnTo>
                    <a:pt x="6985" y="1578991"/>
                  </a:lnTo>
                  <a:lnTo>
                    <a:pt x="1905" y="1588008"/>
                  </a:lnTo>
                  <a:lnTo>
                    <a:pt x="0" y="1599057"/>
                  </a:lnTo>
                  <a:lnTo>
                    <a:pt x="1905" y="1610106"/>
                  </a:lnTo>
                  <a:lnTo>
                    <a:pt x="6985" y="1619123"/>
                  </a:lnTo>
                  <a:lnTo>
                    <a:pt x="14478" y="1625219"/>
                  </a:lnTo>
                  <a:lnTo>
                    <a:pt x="23622" y="1627378"/>
                  </a:lnTo>
                  <a:lnTo>
                    <a:pt x="32893" y="1625219"/>
                  </a:lnTo>
                  <a:lnTo>
                    <a:pt x="40386" y="1619123"/>
                  </a:lnTo>
                  <a:lnTo>
                    <a:pt x="45466" y="1610106"/>
                  </a:lnTo>
                  <a:lnTo>
                    <a:pt x="47371" y="1599057"/>
                  </a:lnTo>
                  <a:close/>
                </a:path>
                <a:path w="1885315" h="1884680">
                  <a:moveTo>
                    <a:pt x="47371" y="1337348"/>
                  </a:moveTo>
                  <a:lnTo>
                    <a:pt x="45466" y="1328077"/>
                  </a:lnTo>
                  <a:lnTo>
                    <a:pt x="40386" y="1320584"/>
                  </a:lnTo>
                  <a:lnTo>
                    <a:pt x="32893" y="1315516"/>
                  </a:lnTo>
                  <a:lnTo>
                    <a:pt x="23622" y="1313738"/>
                  </a:lnTo>
                  <a:lnTo>
                    <a:pt x="14478" y="1315516"/>
                  </a:lnTo>
                  <a:lnTo>
                    <a:pt x="6985" y="1320584"/>
                  </a:lnTo>
                  <a:lnTo>
                    <a:pt x="1905" y="1328077"/>
                  </a:lnTo>
                  <a:lnTo>
                    <a:pt x="0" y="1337348"/>
                  </a:lnTo>
                  <a:lnTo>
                    <a:pt x="1905" y="1346492"/>
                  </a:lnTo>
                  <a:lnTo>
                    <a:pt x="6985" y="1353985"/>
                  </a:lnTo>
                  <a:lnTo>
                    <a:pt x="14478" y="1359065"/>
                  </a:lnTo>
                  <a:lnTo>
                    <a:pt x="23622" y="1360970"/>
                  </a:lnTo>
                  <a:lnTo>
                    <a:pt x="32893" y="1359065"/>
                  </a:lnTo>
                  <a:lnTo>
                    <a:pt x="40386" y="1353985"/>
                  </a:lnTo>
                  <a:lnTo>
                    <a:pt x="45466" y="1346492"/>
                  </a:lnTo>
                  <a:lnTo>
                    <a:pt x="47371" y="1337348"/>
                  </a:lnTo>
                  <a:close/>
                </a:path>
                <a:path w="1885315" h="1884680">
                  <a:moveTo>
                    <a:pt x="47371" y="1075512"/>
                  </a:moveTo>
                  <a:lnTo>
                    <a:pt x="45466" y="1064475"/>
                  </a:lnTo>
                  <a:lnTo>
                    <a:pt x="40386" y="1055458"/>
                  </a:lnTo>
                  <a:lnTo>
                    <a:pt x="32893" y="1049362"/>
                  </a:lnTo>
                  <a:lnTo>
                    <a:pt x="23622" y="1047076"/>
                  </a:lnTo>
                  <a:lnTo>
                    <a:pt x="14478" y="1049362"/>
                  </a:lnTo>
                  <a:lnTo>
                    <a:pt x="6985" y="1055458"/>
                  </a:lnTo>
                  <a:lnTo>
                    <a:pt x="1905" y="1064475"/>
                  </a:lnTo>
                  <a:lnTo>
                    <a:pt x="0" y="1075512"/>
                  </a:lnTo>
                  <a:lnTo>
                    <a:pt x="1905" y="1086561"/>
                  </a:lnTo>
                  <a:lnTo>
                    <a:pt x="6985" y="1095578"/>
                  </a:lnTo>
                  <a:lnTo>
                    <a:pt x="14478" y="1101674"/>
                  </a:lnTo>
                  <a:lnTo>
                    <a:pt x="23622" y="1103833"/>
                  </a:lnTo>
                  <a:lnTo>
                    <a:pt x="32893" y="1101674"/>
                  </a:lnTo>
                  <a:lnTo>
                    <a:pt x="40386" y="1095578"/>
                  </a:lnTo>
                  <a:lnTo>
                    <a:pt x="45466" y="1086561"/>
                  </a:lnTo>
                  <a:lnTo>
                    <a:pt x="47371" y="1075512"/>
                  </a:lnTo>
                  <a:close/>
                </a:path>
                <a:path w="1885315" h="1884680">
                  <a:moveTo>
                    <a:pt x="47371" y="813816"/>
                  </a:moveTo>
                  <a:lnTo>
                    <a:pt x="45466" y="804545"/>
                  </a:lnTo>
                  <a:lnTo>
                    <a:pt x="40386" y="797052"/>
                  </a:lnTo>
                  <a:lnTo>
                    <a:pt x="32893" y="791972"/>
                  </a:lnTo>
                  <a:lnTo>
                    <a:pt x="23622" y="790067"/>
                  </a:lnTo>
                  <a:lnTo>
                    <a:pt x="14478" y="791972"/>
                  </a:lnTo>
                  <a:lnTo>
                    <a:pt x="6985" y="797052"/>
                  </a:lnTo>
                  <a:lnTo>
                    <a:pt x="1905" y="804545"/>
                  </a:lnTo>
                  <a:lnTo>
                    <a:pt x="0" y="813816"/>
                  </a:lnTo>
                  <a:lnTo>
                    <a:pt x="1905" y="822960"/>
                  </a:lnTo>
                  <a:lnTo>
                    <a:pt x="6985" y="830453"/>
                  </a:lnTo>
                  <a:lnTo>
                    <a:pt x="14478" y="835520"/>
                  </a:lnTo>
                  <a:lnTo>
                    <a:pt x="23622" y="837425"/>
                  </a:lnTo>
                  <a:lnTo>
                    <a:pt x="32893" y="835520"/>
                  </a:lnTo>
                  <a:lnTo>
                    <a:pt x="40386" y="830453"/>
                  </a:lnTo>
                  <a:lnTo>
                    <a:pt x="45466" y="822960"/>
                  </a:lnTo>
                  <a:lnTo>
                    <a:pt x="47371" y="813816"/>
                  </a:lnTo>
                  <a:close/>
                </a:path>
                <a:path w="1885315" h="1884680">
                  <a:moveTo>
                    <a:pt x="47371" y="551980"/>
                  </a:moveTo>
                  <a:lnTo>
                    <a:pt x="45466" y="540931"/>
                  </a:lnTo>
                  <a:lnTo>
                    <a:pt x="40386" y="531914"/>
                  </a:lnTo>
                  <a:lnTo>
                    <a:pt x="32893" y="525818"/>
                  </a:lnTo>
                  <a:lnTo>
                    <a:pt x="23622" y="523532"/>
                  </a:lnTo>
                  <a:lnTo>
                    <a:pt x="14478" y="525818"/>
                  </a:lnTo>
                  <a:lnTo>
                    <a:pt x="6985" y="531914"/>
                  </a:lnTo>
                  <a:lnTo>
                    <a:pt x="1905" y="540931"/>
                  </a:lnTo>
                  <a:lnTo>
                    <a:pt x="0" y="551980"/>
                  </a:lnTo>
                  <a:lnTo>
                    <a:pt x="1905" y="563029"/>
                  </a:lnTo>
                  <a:lnTo>
                    <a:pt x="6985" y="572046"/>
                  </a:lnTo>
                  <a:lnTo>
                    <a:pt x="14478" y="578142"/>
                  </a:lnTo>
                  <a:lnTo>
                    <a:pt x="23622" y="580301"/>
                  </a:lnTo>
                  <a:lnTo>
                    <a:pt x="32893" y="578142"/>
                  </a:lnTo>
                  <a:lnTo>
                    <a:pt x="40386" y="572046"/>
                  </a:lnTo>
                  <a:lnTo>
                    <a:pt x="45466" y="563029"/>
                  </a:lnTo>
                  <a:lnTo>
                    <a:pt x="47371" y="551980"/>
                  </a:lnTo>
                  <a:close/>
                </a:path>
                <a:path w="1885315" h="1884680">
                  <a:moveTo>
                    <a:pt x="47371" y="294970"/>
                  </a:moveTo>
                  <a:lnTo>
                    <a:pt x="45466" y="283921"/>
                  </a:lnTo>
                  <a:lnTo>
                    <a:pt x="40386" y="274904"/>
                  </a:lnTo>
                  <a:lnTo>
                    <a:pt x="32893" y="268820"/>
                  </a:lnTo>
                  <a:lnTo>
                    <a:pt x="23622" y="266534"/>
                  </a:lnTo>
                  <a:lnTo>
                    <a:pt x="14478" y="268820"/>
                  </a:lnTo>
                  <a:lnTo>
                    <a:pt x="6985" y="274904"/>
                  </a:lnTo>
                  <a:lnTo>
                    <a:pt x="1905" y="283921"/>
                  </a:lnTo>
                  <a:lnTo>
                    <a:pt x="0" y="294970"/>
                  </a:lnTo>
                  <a:lnTo>
                    <a:pt x="1905" y="306019"/>
                  </a:lnTo>
                  <a:lnTo>
                    <a:pt x="6985" y="315036"/>
                  </a:lnTo>
                  <a:lnTo>
                    <a:pt x="14478" y="321005"/>
                  </a:lnTo>
                  <a:lnTo>
                    <a:pt x="23622" y="323291"/>
                  </a:lnTo>
                  <a:lnTo>
                    <a:pt x="32893" y="321005"/>
                  </a:lnTo>
                  <a:lnTo>
                    <a:pt x="40386" y="315036"/>
                  </a:lnTo>
                  <a:lnTo>
                    <a:pt x="45466" y="306019"/>
                  </a:lnTo>
                  <a:lnTo>
                    <a:pt x="47371" y="294970"/>
                  </a:lnTo>
                  <a:close/>
                </a:path>
                <a:path w="1885315" h="1884680">
                  <a:moveTo>
                    <a:pt x="47371" y="28448"/>
                  </a:moveTo>
                  <a:lnTo>
                    <a:pt x="45466" y="17399"/>
                  </a:lnTo>
                  <a:lnTo>
                    <a:pt x="40386" y="8382"/>
                  </a:lnTo>
                  <a:lnTo>
                    <a:pt x="32893" y="2286"/>
                  </a:lnTo>
                  <a:lnTo>
                    <a:pt x="23622" y="0"/>
                  </a:lnTo>
                  <a:lnTo>
                    <a:pt x="14478" y="2286"/>
                  </a:lnTo>
                  <a:lnTo>
                    <a:pt x="6985" y="8382"/>
                  </a:lnTo>
                  <a:lnTo>
                    <a:pt x="1905" y="17399"/>
                  </a:lnTo>
                  <a:lnTo>
                    <a:pt x="0" y="28448"/>
                  </a:lnTo>
                  <a:lnTo>
                    <a:pt x="1905" y="39357"/>
                  </a:lnTo>
                  <a:lnTo>
                    <a:pt x="6985" y="48374"/>
                  </a:lnTo>
                  <a:lnTo>
                    <a:pt x="14478" y="54470"/>
                  </a:lnTo>
                  <a:lnTo>
                    <a:pt x="23622" y="56756"/>
                  </a:lnTo>
                  <a:lnTo>
                    <a:pt x="32893" y="54470"/>
                  </a:lnTo>
                  <a:lnTo>
                    <a:pt x="40386" y="48374"/>
                  </a:lnTo>
                  <a:lnTo>
                    <a:pt x="45466" y="39357"/>
                  </a:lnTo>
                  <a:lnTo>
                    <a:pt x="47371" y="28448"/>
                  </a:lnTo>
                  <a:close/>
                </a:path>
                <a:path w="1885315" h="1884680">
                  <a:moveTo>
                    <a:pt x="313893" y="1860892"/>
                  </a:moveTo>
                  <a:lnTo>
                    <a:pt x="311607" y="1851621"/>
                  </a:lnTo>
                  <a:lnTo>
                    <a:pt x="305638" y="1844128"/>
                  </a:lnTo>
                  <a:lnTo>
                    <a:pt x="296621" y="1839048"/>
                  </a:lnTo>
                  <a:lnTo>
                    <a:pt x="285457" y="1837270"/>
                  </a:lnTo>
                  <a:lnTo>
                    <a:pt x="274408" y="1839048"/>
                  </a:lnTo>
                  <a:lnTo>
                    <a:pt x="265391" y="1844128"/>
                  </a:lnTo>
                  <a:lnTo>
                    <a:pt x="259422" y="1851621"/>
                  </a:lnTo>
                  <a:lnTo>
                    <a:pt x="257136" y="1860892"/>
                  </a:lnTo>
                  <a:lnTo>
                    <a:pt x="259422" y="1870036"/>
                  </a:lnTo>
                  <a:lnTo>
                    <a:pt x="265391" y="1877656"/>
                  </a:lnTo>
                  <a:lnTo>
                    <a:pt x="274408" y="1882597"/>
                  </a:lnTo>
                  <a:lnTo>
                    <a:pt x="285457" y="1884502"/>
                  </a:lnTo>
                  <a:lnTo>
                    <a:pt x="296621" y="1882597"/>
                  </a:lnTo>
                  <a:lnTo>
                    <a:pt x="305638" y="1877656"/>
                  </a:lnTo>
                  <a:lnTo>
                    <a:pt x="311607" y="1870036"/>
                  </a:lnTo>
                  <a:lnTo>
                    <a:pt x="313893" y="1860892"/>
                  </a:lnTo>
                  <a:close/>
                </a:path>
                <a:path w="1885315" h="1884680">
                  <a:moveTo>
                    <a:pt x="313893" y="1599057"/>
                  </a:moveTo>
                  <a:lnTo>
                    <a:pt x="311607" y="1588008"/>
                  </a:lnTo>
                  <a:lnTo>
                    <a:pt x="305638" y="1578991"/>
                  </a:lnTo>
                  <a:lnTo>
                    <a:pt x="296621" y="1572895"/>
                  </a:lnTo>
                  <a:lnTo>
                    <a:pt x="285457" y="1570736"/>
                  </a:lnTo>
                  <a:lnTo>
                    <a:pt x="274408" y="1572895"/>
                  </a:lnTo>
                  <a:lnTo>
                    <a:pt x="265391" y="1578991"/>
                  </a:lnTo>
                  <a:lnTo>
                    <a:pt x="259422" y="1588008"/>
                  </a:lnTo>
                  <a:lnTo>
                    <a:pt x="257136" y="1599057"/>
                  </a:lnTo>
                  <a:lnTo>
                    <a:pt x="259422" y="1610106"/>
                  </a:lnTo>
                  <a:lnTo>
                    <a:pt x="265391" y="1619123"/>
                  </a:lnTo>
                  <a:lnTo>
                    <a:pt x="274408" y="1625219"/>
                  </a:lnTo>
                  <a:lnTo>
                    <a:pt x="285457" y="1627378"/>
                  </a:lnTo>
                  <a:lnTo>
                    <a:pt x="296621" y="1625219"/>
                  </a:lnTo>
                  <a:lnTo>
                    <a:pt x="305638" y="1619123"/>
                  </a:lnTo>
                  <a:lnTo>
                    <a:pt x="311607" y="1610106"/>
                  </a:lnTo>
                  <a:lnTo>
                    <a:pt x="313893" y="1599057"/>
                  </a:lnTo>
                  <a:close/>
                </a:path>
                <a:path w="1885315" h="1884680">
                  <a:moveTo>
                    <a:pt x="313893" y="1337348"/>
                  </a:moveTo>
                  <a:lnTo>
                    <a:pt x="311607" y="1328077"/>
                  </a:lnTo>
                  <a:lnTo>
                    <a:pt x="305638" y="1320584"/>
                  </a:lnTo>
                  <a:lnTo>
                    <a:pt x="296621" y="1315516"/>
                  </a:lnTo>
                  <a:lnTo>
                    <a:pt x="285457" y="1313738"/>
                  </a:lnTo>
                  <a:lnTo>
                    <a:pt x="274408" y="1315516"/>
                  </a:lnTo>
                  <a:lnTo>
                    <a:pt x="265391" y="1320584"/>
                  </a:lnTo>
                  <a:lnTo>
                    <a:pt x="259422" y="1328077"/>
                  </a:lnTo>
                  <a:lnTo>
                    <a:pt x="257136" y="1337348"/>
                  </a:lnTo>
                  <a:lnTo>
                    <a:pt x="259422" y="1346492"/>
                  </a:lnTo>
                  <a:lnTo>
                    <a:pt x="265391" y="1353985"/>
                  </a:lnTo>
                  <a:lnTo>
                    <a:pt x="274408" y="1359065"/>
                  </a:lnTo>
                  <a:lnTo>
                    <a:pt x="285457" y="1360970"/>
                  </a:lnTo>
                  <a:lnTo>
                    <a:pt x="296621" y="1359065"/>
                  </a:lnTo>
                  <a:lnTo>
                    <a:pt x="305638" y="1353985"/>
                  </a:lnTo>
                  <a:lnTo>
                    <a:pt x="311607" y="1346492"/>
                  </a:lnTo>
                  <a:lnTo>
                    <a:pt x="313893" y="1337348"/>
                  </a:lnTo>
                  <a:close/>
                </a:path>
                <a:path w="1885315" h="1884680">
                  <a:moveTo>
                    <a:pt x="313893" y="1075512"/>
                  </a:moveTo>
                  <a:lnTo>
                    <a:pt x="311607" y="1064475"/>
                  </a:lnTo>
                  <a:lnTo>
                    <a:pt x="305638" y="1055458"/>
                  </a:lnTo>
                  <a:lnTo>
                    <a:pt x="296621" y="1049362"/>
                  </a:lnTo>
                  <a:lnTo>
                    <a:pt x="285457" y="1047076"/>
                  </a:lnTo>
                  <a:lnTo>
                    <a:pt x="274408" y="1049362"/>
                  </a:lnTo>
                  <a:lnTo>
                    <a:pt x="265391" y="1055458"/>
                  </a:lnTo>
                  <a:lnTo>
                    <a:pt x="259422" y="1064475"/>
                  </a:lnTo>
                  <a:lnTo>
                    <a:pt x="257136" y="1075512"/>
                  </a:lnTo>
                  <a:lnTo>
                    <a:pt x="259422" y="1086561"/>
                  </a:lnTo>
                  <a:lnTo>
                    <a:pt x="265391" y="1095578"/>
                  </a:lnTo>
                  <a:lnTo>
                    <a:pt x="274408" y="1101674"/>
                  </a:lnTo>
                  <a:lnTo>
                    <a:pt x="285457" y="1103833"/>
                  </a:lnTo>
                  <a:lnTo>
                    <a:pt x="296621" y="1101674"/>
                  </a:lnTo>
                  <a:lnTo>
                    <a:pt x="305638" y="1095578"/>
                  </a:lnTo>
                  <a:lnTo>
                    <a:pt x="311607" y="1086561"/>
                  </a:lnTo>
                  <a:lnTo>
                    <a:pt x="313893" y="1075512"/>
                  </a:lnTo>
                  <a:close/>
                </a:path>
                <a:path w="1885315" h="1884680">
                  <a:moveTo>
                    <a:pt x="313893" y="813816"/>
                  </a:moveTo>
                  <a:lnTo>
                    <a:pt x="311607" y="804545"/>
                  </a:lnTo>
                  <a:lnTo>
                    <a:pt x="305638" y="797052"/>
                  </a:lnTo>
                  <a:lnTo>
                    <a:pt x="296621" y="791972"/>
                  </a:lnTo>
                  <a:lnTo>
                    <a:pt x="285457" y="790067"/>
                  </a:lnTo>
                  <a:lnTo>
                    <a:pt x="274408" y="791972"/>
                  </a:lnTo>
                  <a:lnTo>
                    <a:pt x="265391" y="797052"/>
                  </a:lnTo>
                  <a:lnTo>
                    <a:pt x="259422" y="804545"/>
                  </a:lnTo>
                  <a:lnTo>
                    <a:pt x="257136" y="813816"/>
                  </a:lnTo>
                  <a:lnTo>
                    <a:pt x="259422" y="822960"/>
                  </a:lnTo>
                  <a:lnTo>
                    <a:pt x="265391" y="830453"/>
                  </a:lnTo>
                  <a:lnTo>
                    <a:pt x="274408" y="835520"/>
                  </a:lnTo>
                  <a:lnTo>
                    <a:pt x="285457" y="837425"/>
                  </a:lnTo>
                  <a:lnTo>
                    <a:pt x="296621" y="835520"/>
                  </a:lnTo>
                  <a:lnTo>
                    <a:pt x="305638" y="830453"/>
                  </a:lnTo>
                  <a:lnTo>
                    <a:pt x="311607" y="822960"/>
                  </a:lnTo>
                  <a:lnTo>
                    <a:pt x="313893" y="813816"/>
                  </a:lnTo>
                  <a:close/>
                </a:path>
                <a:path w="1885315" h="1884680">
                  <a:moveTo>
                    <a:pt x="313893" y="551980"/>
                  </a:moveTo>
                  <a:lnTo>
                    <a:pt x="311607" y="540931"/>
                  </a:lnTo>
                  <a:lnTo>
                    <a:pt x="305638" y="531914"/>
                  </a:lnTo>
                  <a:lnTo>
                    <a:pt x="296621" y="525818"/>
                  </a:lnTo>
                  <a:lnTo>
                    <a:pt x="285457" y="523532"/>
                  </a:lnTo>
                  <a:lnTo>
                    <a:pt x="274408" y="525818"/>
                  </a:lnTo>
                  <a:lnTo>
                    <a:pt x="265391" y="531914"/>
                  </a:lnTo>
                  <a:lnTo>
                    <a:pt x="259422" y="540931"/>
                  </a:lnTo>
                  <a:lnTo>
                    <a:pt x="257136" y="551980"/>
                  </a:lnTo>
                  <a:lnTo>
                    <a:pt x="259422" y="563029"/>
                  </a:lnTo>
                  <a:lnTo>
                    <a:pt x="265391" y="572046"/>
                  </a:lnTo>
                  <a:lnTo>
                    <a:pt x="274408" y="578142"/>
                  </a:lnTo>
                  <a:lnTo>
                    <a:pt x="285457" y="580301"/>
                  </a:lnTo>
                  <a:lnTo>
                    <a:pt x="296621" y="578142"/>
                  </a:lnTo>
                  <a:lnTo>
                    <a:pt x="305638" y="572046"/>
                  </a:lnTo>
                  <a:lnTo>
                    <a:pt x="311607" y="563029"/>
                  </a:lnTo>
                  <a:lnTo>
                    <a:pt x="313893" y="551980"/>
                  </a:lnTo>
                  <a:close/>
                </a:path>
                <a:path w="1885315" h="1884680">
                  <a:moveTo>
                    <a:pt x="313893" y="294970"/>
                  </a:moveTo>
                  <a:lnTo>
                    <a:pt x="311607" y="283921"/>
                  </a:lnTo>
                  <a:lnTo>
                    <a:pt x="305638" y="274904"/>
                  </a:lnTo>
                  <a:lnTo>
                    <a:pt x="296621" y="268820"/>
                  </a:lnTo>
                  <a:lnTo>
                    <a:pt x="285457" y="266534"/>
                  </a:lnTo>
                  <a:lnTo>
                    <a:pt x="274408" y="268820"/>
                  </a:lnTo>
                  <a:lnTo>
                    <a:pt x="265391" y="274904"/>
                  </a:lnTo>
                  <a:lnTo>
                    <a:pt x="259422" y="283921"/>
                  </a:lnTo>
                  <a:lnTo>
                    <a:pt x="257136" y="294970"/>
                  </a:lnTo>
                  <a:lnTo>
                    <a:pt x="259422" y="306019"/>
                  </a:lnTo>
                  <a:lnTo>
                    <a:pt x="265391" y="315036"/>
                  </a:lnTo>
                  <a:lnTo>
                    <a:pt x="274408" y="321005"/>
                  </a:lnTo>
                  <a:lnTo>
                    <a:pt x="285457" y="323291"/>
                  </a:lnTo>
                  <a:lnTo>
                    <a:pt x="296621" y="321005"/>
                  </a:lnTo>
                  <a:lnTo>
                    <a:pt x="305638" y="315036"/>
                  </a:lnTo>
                  <a:lnTo>
                    <a:pt x="311607" y="306019"/>
                  </a:lnTo>
                  <a:lnTo>
                    <a:pt x="313893" y="294970"/>
                  </a:lnTo>
                  <a:close/>
                </a:path>
                <a:path w="1885315" h="1884680">
                  <a:moveTo>
                    <a:pt x="313893" y="28448"/>
                  </a:moveTo>
                  <a:lnTo>
                    <a:pt x="311607" y="17399"/>
                  </a:lnTo>
                  <a:lnTo>
                    <a:pt x="305638" y="8382"/>
                  </a:lnTo>
                  <a:lnTo>
                    <a:pt x="296621" y="2286"/>
                  </a:lnTo>
                  <a:lnTo>
                    <a:pt x="285457" y="0"/>
                  </a:lnTo>
                  <a:lnTo>
                    <a:pt x="274408" y="2286"/>
                  </a:lnTo>
                  <a:lnTo>
                    <a:pt x="265391" y="8382"/>
                  </a:lnTo>
                  <a:lnTo>
                    <a:pt x="259422" y="17399"/>
                  </a:lnTo>
                  <a:lnTo>
                    <a:pt x="257136" y="28448"/>
                  </a:lnTo>
                  <a:lnTo>
                    <a:pt x="259422" y="39357"/>
                  </a:lnTo>
                  <a:lnTo>
                    <a:pt x="265391" y="48374"/>
                  </a:lnTo>
                  <a:lnTo>
                    <a:pt x="274408" y="54470"/>
                  </a:lnTo>
                  <a:lnTo>
                    <a:pt x="285457" y="56756"/>
                  </a:lnTo>
                  <a:lnTo>
                    <a:pt x="296621" y="54470"/>
                  </a:lnTo>
                  <a:lnTo>
                    <a:pt x="305638" y="48374"/>
                  </a:lnTo>
                  <a:lnTo>
                    <a:pt x="311607" y="39357"/>
                  </a:lnTo>
                  <a:lnTo>
                    <a:pt x="313893" y="28448"/>
                  </a:lnTo>
                  <a:close/>
                </a:path>
                <a:path w="1885315" h="1884680">
                  <a:moveTo>
                    <a:pt x="571030" y="1860892"/>
                  </a:moveTo>
                  <a:lnTo>
                    <a:pt x="569252" y="1851621"/>
                  </a:lnTo>
                  <a:lnTo>
                    <a:pt x="564172" y="1844128"/>
                  </a:lnTo>
                  <a:lnTo>
                    <a:pt x="556679" y="1839048"/>
                  </a:lnTo>
                  <a:lnTo>
                    <a:pt x="547408" y="1837270"/>
                  </a:lnTo>
                  <a:lnTo>
                    <a:pt x="538264" y="1839048"/>
                  </a:lnTo>
                  <a:lnTo>
                    <a:pt x="530783" y="1844128"/>
                  </a:lnTo>
                  <a:lnTo>
                    <a:pt x="525703" y="1851621"/>
                  </a:lnTo>
                  <a:lnTo>
                    <a:pt x="523798" y="1860892"/>
                  </a:lnTo>
                  <a:lnTo>
                    <a:pt x="525703" y="1870036"/>
                  </a:lnTo>
                  <a:lnTo>
                    <a:pt x="530783" y="1877656"/>
                  </a:lnTo>
                  <a:lnTo>
                    <a:pt x="538264" y="1882597"/>
                  </a:lnTo>
                  <a:lnTo>
                    <a:pt x="547408" y="1884502"/>
                  </a:lnTo>
                  <a:lnTo>
                    <a:pt x="556679" y="1882597"/>
                  </a:lnTo>
                  <a:lnTo>
                    <a:pt x="564172" y="1877656"/>
                  </a:lnTo>
                  <a:lnTo>
                    <a:pt x="569252" y="1870036"/>
                  </a:lnTo>
                  <a:lnTo>
                    <a:pt x="571030" y="1860892"/>
                  </a:lnTo>
                  <a:close/>
                </a:path>
                <a:path w="1885315" h="1884680">
                  <a:moveTo>
                    <a:pt x="571030" y="1599057"/>
                  </a:moveTo>
                  <a:lnTo>
                    <a:pt x="569252" y="1588008"/>
                  </a:lnTo>
                  <a:lnTo>
                    <a:pt x="564172" y="1578991"/>
                  </a:lnTo>
                  <a:lnTo>
                    <a:pt x="556679" y="1572895"/>
                  </a:lnTo>
                  <a:lnTo>
                    <a:pt x="547408" y="1570736"/>
                  </a:lnTo>
                  <a:lnTo>
                    <a:pt x="538264" y="1572895"/>
                  </a:lnTo>
                  <a:lnTo>
                    <a:pt x="530783" y="1578991"/>
                  </a:lnTo>
                  <a:lnTo>
                    <a:pt x="525703" y="1588008"/>
                  </a:lnTo>
                  <a:lnTo>
                    <a:pt x="523798" y="1599057"/>
                  </a:lnTo>
                  <a:lnTo>
                    <a:pt x="525703" y="1610106"/>
                  </a:lnTo>
                  <a:lnTo>
                    <a:pt x="530783" y="1619123"/>
                  </a:lnTo>
                  <a:lnTo>
                    <a:pt x="538264" y="1625219"/>
                  </a:lnTo>
                  <a:lnTo>
                    <a:pt x="547408" y="1627378"/>
                  </a:lnTo>
                  <a:lnTo>
                    <a:pt x="556679" y="1625219"/>
                  </a:lnTo>
                  <a:lnTo>
                    <a:pt x="564172" y="1619123"/>
                  </a:lnTo>
                  <a:lnTo>
                    <a:pt x="569252" y="1610106"/>
                  </a:lnTo>
                  <a:lnTo>
                    <a:pt x="571030" y="1599057"/>
                  </a:lnTo>
                  <a:close/>
                </a:path>
                <a:path w="1885315" h="1884680">
                  <a:moveTo>
                    <a:pt x="571030" y="1337348"/>
                  </a:moveTo>
                  <a:lnTo>
                    <a:pt x="569252" y="1328077"/>
                  </a:lnTo>
                  <a:lnTo>
                    <a:pt x="564172" y="1320584"/>
                  </a:lnTo>
                  <a:lnTo>
                    <a:pt x="556679" y="1315516"/>
                  </a:lnTo>
                  <a:lnTo>
                    <a:pt x="547408" y="1313738"/>
                  </a:lnTo>
                  <a:lnTo>
                    <a:pt x="538264" y="1315516"/>
                  </a:lnTo>
                  <a:lnTo>
                    <a:pt x="530783" y="1320584"/>
                  </a:lnTo>
                  <a:lnTo>
                    <a:pt x="525703" y="1328077"/>
                  </a:lnTo>
                  <a:lnTo>
                    <a:pt x="523798" y="1337348"/>
                  </a:lnTo>
                  <a:lnTo>
                    <a:pt x="525703" y="1346492"/>
                  </a:lnTo>
                  <a:lnTo>
                    <a:pt x="530783" y="1353985"/>
                  </a:lnTo>
                  <a:lnTo>
                    <a:pt x="538264" y="1359065"/>
                  </a:lnTo>
                  <a:lnTo>
                    <a:pt x="547408" y="1360970"/>
                  </a:lnTo>
                  <a:lnTo>
                    <a:pt x="556679" y="1359065"/>
                  </a:lnTo>
                  <a:lnTo>
                    <a:pt x="564172" y="1353985"/>
                  </a:lnTo>
                  <a:lnTo>
                    <a:pt x="569252" y="1346492"/>
                  </a:lnTo>
                  <a:lnTo>
                    <a:pt x="571030" y="1337348"/>
                  </a:lnTo>
                  <a:close/>
                </a:path>
                <a:path w="1885315" h="1884680">
                  <a:moveTo>
                    <a:pt x="571030" y="1075512"/>
                  </a:moveTo>
                  <a:lnTo>
                    <a:pt x="569252" y="1064475"/>
                  </a:lnTo>
                  <a:lnTo>
                    <a:pt x="564172" y="1055458"/>
                  </a:lnTo>
                  <a:lnTo>
                    <a:pt x="556679" y="1049362"/>
                  </a:lnTo>
                  <a:lnTo>
                    <a:pt x="547408" y="1047076"/>
                  </a:lnTo>
                  <a:lnTo>
                    <a:pt x="538264" y="1049362"/>
                  </a:lnTo>
                  <a:lnTo>
                    <a:pt x="530783" y="1055458"/>
                  </a:lnTo>
                  <a:lnTo>
                    <a:pt x="525703" y="1064475"/>
                  </a:lnTo>
                  <a:lnTo>
                    <a:pt x="523798" y="1075512"/>
                  </a:lnTo>
                  <a:lnTo>
                    <a:pt x="525703" y="1086561"/>
                  </a:lnTo>
                  <a:lnTo>
                    <a:pt x="530783" y="1095578"/>
                  </a:lnTo>
                  <a:lnTo>
                    <a:pt x="538264" y="1101674"/>
                  </a:lnTo>
                  <a:lnTo>
                    <a:pt x="547408" y="1103833"/>
                  </a:lnTo>
                  <a:lnTo>
                    <a:pt x="556679" y="1101674"/>
                  </a:lnTo>
                  <a:lnTo>
                    <a:pt x="564172" y="1095578"/>
                  </a:lnTo>
                  <a:lnTo>
                    <a:pt x="569252" y="1086561"/>
                  </a:lnTo>
                  <a:lnTo>
                    <a:pt x="571030" y="1075512"/>
                  </a:lnTo>
                  <a:close/>
                </a:path>
                <a:path w="1885315" h="1884680">
                  <a:moveTo>
                    <a:pt x="571030" y="813816"/>
                  </a:moveTo>
                  <a:lnTo>
                    <a:pt x="569252" y="804545"/>
                  </a:lnTo>
                  <a:lnTo>
                    <a:pt x="564172" y="797052"/>
                  </a:lnTo>
                  <a:lnTo>
                    <a:pt x="556679" y="791972"/>
                  </a:lnTo>
                  <a:lnTo>
                    <a:pt x="547408" y="790067"/>
                  </a:lnTo>
                  <a:lnTo>
                    <a:pt x="538264" y="791972"/>
                  </a:lnTo>
                  <a:lnTo>
                    <a:pt x="530783" y="797052"/>
                  </a:lnTo>
                  <a:lnTo>
                    <a:pt x="525703" y="804545"/>
                  </a:lnTo>
                  <a:lnTo>
                    <a:pt x="523798" y="813816"/>
                  </a:lnTo>
                  <a:lnTo>
                    <a:pt x="525703" y="822960"/>
                  </a:lnTo>
                  <a:lnTo>
                    <a:pt x="530783" y="830453"/>
                  </a:lnTo>
                  <a:lnTo>
                    <a:pt x="538264" y="835520"/>
                  </a:lnTo>
                  <a:lnTo>
                    <a:pt x="547408" y="837425"/>
                  </a:lnTo>
                  <a:lnTo>
                    <a:pt x="556679" y="835520"/>
                  </a:lnTo>
                  <a:lnTo>
                    <a:pt x="564172" y="830453"/>
                  </a:lnTo>
                  <a:lnTo>
                    <a:pt x="569252" y="822960"/>
                  </a:lnTo>
                  <a:lnTo>
                    <a:pt x="571030" y="813816"/>
                  </a:lnTo>
                  <a:close/>
                </a:path>
                <a:path w="1885315" h="1884680">
                  <a:moveTo>
                    <a:pt x="571030" y="551980"/>
                  </a:moveTo>
                  <a:lnTo>
                    <a:pt x="569252" y="540931"/>
                  </a:lnTo>
                  <a:lnTo>
                    <a:pt x="564172" y="531914"/>
                  </a:lnTo>
                  <a:lnTo>
                    <a:pt x="556679" y="525818"/>
                  </a:lnTo>
                  <a:lnTo>
                    <a:pt x="547408" y="523532"/>
                  </a:lnTo>
                  <a:lnTo>
                    <a:pt x="538264" y="525818"/>
                  </a:lnTo>
                  <a:lnTo>
                    <a:pt x="530783" y="531914"/>
                  </a:lnTo>
                  <a:lnTo>
                    <a:pt x="525703" y="540931"/>
                  </a:lnTo>
                  <a:lnTo>
                    <a:pt x="523798" y="551980"/>
                  </a:lnTo>
                  <a:lnTo>
                    <a:pt x="525703" y="563029"/>
                  </a:lnTo>
                  <a:lnTo>
                    <a:pt x="530783" y="572046"/>
                  </a:lnTo>
                  <a:lnTo>
                    <a:pt x="538264" y="578142"/>
                  </a:lnTo>
                  <a:lnTo>
                    <a:pt x="547408" y="580301"/>
                  </a:lnTo>
                  <a:lnTo>
                    <a:pt x="556679" y="578142"/>
                  </a:lnTo>
                  <a:lnTo>
                    <a:pt x="564172" y="572046"/>
                  </a:lnTo>
                  <a:lnTo>
                    <a:pt x="569252" y="563029"/>
                  </a:lnTo>
                  <a:lnTo>
                    <a:pt x="571030" y="551980"/>
                  </a:lnTo>
                  <a:close/>
                </a:path>
                <a:path w="1885315" h="1884680">
                  <a:moveTo>
                    <a:pt x="571030" y="294970"/>
                  </a:moveTo>
                  <a:lnTo>
                    <a:pt x="569252" y="283921"/>
                  </a:lnTo>
                  <a:lnTo>
                    <a:pt x="564172" y="274904"/>
                  </a:lnTo>
                  <a:lnTo>
                    <a:pt x="556679" y="268820"/>
                  </a:lnTo>
                  <a:lnTo>
                    <a:pt x="547408" y="266534"/>
                  </a:lnTo>
                  <a:lnTo>
                    <a:pt x="538264" y="268820"/>
                  </a:lnTo>
                  <a:lnTo>
                    <a:pt x="530783" y="274904"/>
                  </a:lnTo>
                  <a:lnTo>
                    <a:pt x="525703" y="283921"/>
                  </a:lnTo>
                  <a:lnTo>
                    <a:pt x="523798" y="294970"/>
                  </a:lnTo>
                  <a:lnTo>
                    <a:pt x="525703" y="306019"/>
                  </a:lnTo>
                  <a:lnTo>
                    <a:pt x="530783" y="315036"/>
                  </a:lnTo>
                  <a:lnTo>
                    <a:pt x="538264" y="321005"/>
                  </a:lnTo>
                  <a:lnTo>
                    <a:pt x="547408" y="323291"/>
                  </a:lnTo>
                  <a:lnTo>
                    <a:pt x="556679" y="321005"/>
                  </a:lnTo>
                  <a:lnTo>
                    <a:pt x="564172" y="315036"/>
                  </a:lnTo>
                  <a:lnTo>
                    <a:pt x="569252" y="306019"/>
                  </a:lnTo>
                  <a:lnTo>
                    <a:pt x="571030" y="294970"/>
                  </a:lnTo>
                  <a:close/>
                </a:path>
                <a:path w="1885315" h="1884680">
                  <a:moveTo>
                    <a:pt x="571030" y="28448"/>
                  </a:moveTo>
                  <a:lnTo>
                    <a:pt x="569252" y="17399"/>
                  </a:lnTo>
                  <a:lnTo>
                    <a:pt x="564172" y="8382"/>
                  </a:lnTo>
                  <a:lnTo>
                    <a:pt x="556679" y="2286"/>
                  </a:lnTo>
                  <a:lnTo>
                    <a:pt x="547408" y="0"/>
                  </a:lnTo>
                  <a:lnTo>
                    <a:pt x="538264" y="2286"/>
                  </a:lnTo>
                  <a:lnTo>
                    <a:pt x="530783" y="8382"/>
                  </a:lnTo>
                  <a:lnTo>
                    <a:pt x="525703" y="17399"/>
                  </a:lnTo>
                  <a:lnTo>
                    <a:pt x="523798" y="28448"/>
                  </a:lnTo>
                  <a:lnTo>
                    <a:pt x="525703" y="39357"/>
                  </a:lnTo>
                  <a:lnTo>
                    <a:pt x="530783" y="48374"/>
                  </a:lnTo>
                  <a:lnTo>
                    <a:pt x="538264" y="54470"/>
                  </a:lnTo>
                  <a:lnTo>
                    <a:pt x="547408" y="56756"/>
                  </a:lnTo>
                  <a:lnTo>
                    <a:pt x="556679" y="54470"/>
                  </a:lnTo>
                  <a:lnTo>
                    <a:pt x="564172" y="48374"/>
                  </a:lnTo>
                  <a:lnTo>
                    <a:pt x="569252" y="39357"/>
                  </a:lnTo>
                  <a:lnTo>
                    <a:pt x="571030" y="28448"/>
                  </a:lnTo>
                  <a:close/>
                </a:path>
                <a:path w="1885315" h="1884680">
                  <a:moveTo>
                    <a:pt x="837692" y="1860892"/>
                  </a:moveTo>
                  <a:lnTo>
                    <a:pt x="835406" y="1851621"/>
                  </a:lnTo>
                  <a:lnTo>
                    <a:pt x="829437" y="1844128"/>
                  </a:lnTo>
                  <a:lnTo>
                    <a:pt x="820420" y="1839048"/>
                  </a:lnTo>
                  <a:lnTo>
                    <a:pt x="809244" y="1837270"/>
                  </a:lnTo>
                  <a:lnTo>
                    <a:pt x="798195" y="1839048"/>
                  </a:lnTo>
                  <a:lnTo>
                    <a:pt x="789178" y="1844128"/>
                  </a:lnTo>
                  <a:lnTo>
                    <a:pt x="783209" y="1851621"/>
                  </a:lnTo>
                  <a:lnTo>
                    <a:pt x="780923" y="1860892"/>
                  </a:lnTo>
                  <a:lnTo>
                    <a:pt x="783209" y="1870036"/>
                  </a:lnTo>
                  <a:lnTo>
                    <a:pt x="789178" y="1877656"/>
                  </a:lnTo>
                  <a:lnTo>
                    <a:pt x="798195" y="1882597"/>
                  </a:lnTo>
                  <a:lnTo>
                    <a:pt x="809244" y="1884502"/>
                  </a:lnTo>
                  <a:lnTo>
                    <a:pt x="820420" y="1882597"/>
                  </a:lnTo>
                  <a:lnTo>
                    <a:pt x="829437" y="1877656"/>
                  </a:lnTo>
                  <a:lnTo>
                    <a:pt x="835406" y="1870036"/>
                  </a:lnTo>
                  <a:lnTo>
                    <a:pt x="837692" y="1860892"/>
                  </a:lnTo>
                  <a:close/>
                </a:path>
                <a:path w="1885315" h="1884680">
                  <a:moveTo>
                    <a:pt x="837692" y="1599057"/>
                  </a:moveTo>
                  <a:lnTo>
                    <a:pt x="835406" y="1588008"/>
                  </a:lnTo>
                  <a:lnTo>
                    <a:pt x="829437" y="1578991"/>
                  </a:lnTo>
                  <a:lnTo>
                    <a:pt x="820420" y="1572895"/>
                  </a:lnTo>
                  <a:lnTo>
                    <a:pt x="809244" y="1570736"/>
                  </a:lnTo>
                  <a:lnTo>
                    <a:pt x="798195" y="1572895"/>
                  </a:lnTo>
                  <a:lnTo>
                    <a:pt x="789178" y="1578991"/>
                  </a:lnTo>
                  <a:lnTo>
                    <a:pt x="783209" y="1588008"/>
                  </a:lnTo>
                  <a:lnTo>
                    <a:pt x="780923" y="1599057"/>
                  </a:lnTo>
                  <a:lnTo>
                    <a:pt x="783209" y="1610106"/>
                  </a:lnTo>
                  <a:lnTo>
                    <a:pt x="789178" y="1619123"/>
                  </a:lnTo>
                  <a:lnTo>
                    <a:pt x="798195" y="1625219"/>
                  </a:lnTo>
                  <a:lnTo>
                    <a:pt x="809244" y="1627378"/>
                  </a:lnTo>
                  <a:lnTo>
                    <a:pt x="820420" y="1625219"/>
                  </a:lnTo>
                  <a:lnTo>
                    <a:pt x="829437" y="1619123"/>
                  </a:lnTo>
                  <a:lnTo>
                    <a:pt x="835406" y="1610106"/>
                  </a:lnTo>
                  <a:lnTo>
                    <a:pt x="837692" y="1599057"/>
                  </a:lnTo>
                  <a:close/>
                </a:path>
                <a:path w="1885315" h="1884680">
                  <a:moveTo>
                    <a:pt x="837692" y="1337348"/>
                  </a:moveTo>
                  <a:lnTo>
                    <a:pt x="835406" y="1328077"/>
                  </a:lnTo>
                  <a:lnTo>
                    <a:pt x="829437" y="1320584"/>
                  </a:lnTo>
                  <a:lnTo>
                    <a:pt x="820420" y="1315516"/>
                  </a:lnTo>
                  <a:lnTo>
                    <a:pt x="809244" y="1313738"/>
                  </a:lnTo>
                  <a:lnTo>
                    <a:pt x="798195" y="1315516"/>
                  </a:lnTo>
                  <a:lnTo>
                    <a:pt x="789178" y="1320584"/>
                  </a:lnTo>
                  <a:lnTo>
                    <a:pt x="783209" y="1328077"/>
                  </a:lnTo>
                  <a:lnTo>
                    <a:pt x="780923" y="1337348"/>
                  </a:lnTo>
                  <a:lnTo>
                    <a:pt x="783209" y="1346492"/>
                  </a:lnTo>
                  <a:lnTo>
                    <a:pt x="789178" y="1353985"/>
                  </a:lnTo>
                  <a:lnTo>
                    <a:pt x="798195" y="1359065"/>
                  </a:lnTo>
                  <a:lnTo>
                    <a:pt x="809244" y="1360970"/>
                  </a:lnTo>
                  <a:lnTo>
                    <a:pt x="820420" y="1359065"/>
                  </a:lnTo>
                  <a:lnTo>
                    <a:pt x="829437" y="1353985"/>
                  </a:lnTo>
                  <a:lnTo>
                    <a:pt x="835406" y="1346492"/>
                  </a:lnTo>
                  <a:lnTo>
                    <a:pt x="837692" y="1337348"/>
                  </a:lnTo>
                  <a:close/>
                </a:path>
                <a:path w="1885315" h="1884680">
                  <a:moveTo>
                    <a:pt x="837692" y="1075512"/>
                  </a:moveTo>
                  <a:lnTo>
                    <a:pt x="835406" y="1064475"/>
                  </a:lnTo>
                  <a:lnTo>
                    <a:pt x="829437" y="1055458"/>
                  </a:lnTo>
                  <a:lnTo>
                    <a:pt x="820420" y="1049362"/>
                  </a:lnTo>
                  <a:lnTo>
                    <a:pt x="809244" y="1047076"/>
                  </a:lnTo>
                  <a:lnTo>
                    <a:pt x="798195" y="1049362"/>
                  </a:lnTo>
                  <a:lnTo>
                    <a:pt x="789178" y="1055458"/>
                  </a:lnTo>
                  <a:lnTo>
                    <a:pt x="783209" y="1064475"/>
                  </a:lnTo>
                  <a:lnTo>
                    <a:pt x="780923" y="1075512"/>
                  </a:lnTo>
                  <a:lnTo>
                    <a:pt x="783209" y="1086561"/>
                  </a:lnTo>
                  <a:lnTo>
                    <a:pt x="789178" y="1095578"/>
                  </a:lnTo>
                  <a:lnTo>
                    <a:pt x="798195" y="1101674"/>
                  </a:lnTo>
                  <a:lnTo>
                    <a:pt x="809244" y="1103833"/>
                  </a:lnTo>
                  <a:lnTo>
                    <a:pt x="820420" y="1101674"/>
                  </a:lnTo>
                  <a:lnTo>
                    <a:pt x="829437" y="1095578"/>
                  </a:lnTo>
                  <a:lnTo>
                    <a:pt x="835406" y="1086561"/>
                  </a:lnTo>
                  <a:lnTo>
                    <a:pt x="837692" y="1075512"/>
                  </a:lnTo>
                  <a:close/>
                </a:path>
                <a:path w="1885315" h="1884680">
                  <a:moveTo>
                    <a:pt x="837692" y="813816"/>
                  </a:moveTo>
                  <a:lnTo>
                    <a:pt x="835406" y="804545"/>
                  </a:lnTo>
                  <a:lnTo>
                    <a:pt x="829437" y="797052"/>
                  </a:lnTo>
                  <a:lnTo>
                    <a:pt x="820420" y="791972"/>
                  </a:lnTo>
                  <a:lnTo>
                    <a:pt x="809244" y="790067"/>
                  </a:lnTo>
                  <a:lnTo>
                    <a:pt x="798195" y="791972"/>
                  </a:lnTo>
                  <a:lnTo>
                    <a:pt x="789178" y="797052"/>
                  </a:lnTo>
                  <a:lnTo>
                    <a:pt x="783209" y="804545"/>
                  </a:lnTo>
                  <a:lnTo>
                    <a:pt x="780923" y="813816"/>
                  </a:lnTo>
                  <a:lnTo>
                    <a:pt x="783209" y="822960"/>
                  </a:lnTo>
                  <a:lnTo>
                    <a:pt x="789178" y="830453"/>
                  </a:lnTo>
                  <a:lnTo>
                    <a:pt x="798195" y="835520"/>
                  </a:lnTo>
                  <a:lnTo>
                    <a:pt x="809244" y="837425"/>
                  </a:lnTo>
                  <a:lnTo>
                    <a:pt x="820420" y="835520"/>
                  </a:lnTo>
                  <a:lnTo>
                    <a:pt x="829437" y="830453"/>
                  </a:lnTo>
                  <a:lnTo>
                    <a:pt x="835406" y="822960"/>
                  </a:lnTo>
                  <a:lnTo>
                    <a:pt x="837692" y="813816"/>
                  </a:lnTo>
                  <a:close/>
                </a:path>
                <a:path w="1885315" h="1884680">
                  <a:moveTo>
                    <a:pt x="837692" y="551980"/>
                  </a:moveTo>
                  <a:lnTo>
                    <a:pt x="835406" y="540931"/>
                  </a:lnTo>
                  <a:lnTo>
                    <a:pt x="829437" y="531914"/>
                  </a:lnTo>
                  <a:lnTo>
                    <a:pt x="820420" y="525818"/>
                  </a:lnTo>
                  <a:lnTo>
                    <a:pt x="809244" y="523532"/>
                  </a:lnTo>
                  <a:lnTo>
                    <a:pt x="798195" y="525818"/>
                  </a:lnTo>
                  <a:lnTo>
                    <a:pt x="789178" y="531914"/>
                  </a:lnTo>
                  <a:lnTo>
                    <a:pt x="783209" y="540931"/>
                  </a:lnTo>
                  <a:lnTo>
                    <a:pt x="780923" y="551980"/>
                  </a:lnTo>
                  <a:lnTo>
                    <a:pt x="783209" y="563029"/>
                  </a:lnTo>
                  <a:lnTo>
                    <a:pt x="789178" y="572046"/>
                  </a:lnTo>
                  <a:lnTo>
                    <a:pt x="798195" y="578142"/>
                  </a:lnTo>
                  <a:lnTo>
                    <a:pt x="809244" y="580301"/>
                  </a:lnTo>
                  <a:lnTo>
                    <a:pt x="820420" y="578142"/>
                  </a:lnTo>
                  <a:lnTo>
                    <a:pt x="829437" y="572046"/>
                  </a:lnTo>
                  <a:lnTo>
                    <a:pt x="835406" y="563029"/>
                  </a:lnTo>
                  <a:lnTo>
                    <a:pt x="837692" y="551980"/>
                  </a:lnTo>
                  <a:close/>
                </a:path>
                <a:path w="1885315" h="1884680">
                  <a:moveTo>
                    <a:pt x="837692" y="294970"/>
                  </a:moveTo>
                  <a:lnTo>
                    <a:pt x="835406" y="283921"/>
                  </a:lnTo>
                  <a:lnTo>
                    <a:pt x="829437" y="274904"/>
                  </a:lnTo>
                  <a:lnTo>
                    <a:pt x="820420" y="268820"/>
                  </a:lnTo>
                  <a:lnTo>
                    <a:pt x="809244" y="266534"/>
                  </a:lnTo>
                  <a:lnTo>
                    <a:pt x="798195" y="268820"/>
                  </a:lnTo>
                  <a:lnTo>
                    <a:pt x="789178" y="274904"/>
                  </a:lnTo>
                  <a:lnTo>
                    <a:pt x="783209" y="283921"/>
                  </a:lnTo>
                  <a:lnTo>
                    <a:pt x="780923" y="294970"/>
                  </a:lnTo>
                  <a:lnTo>
                    <a:pt x="783209" y="306019"/>
                  </a:lnTo>
                  <a:lnTo>
                    <a:pt x="789178" y="315036"/>
                  </a:lnTo>
                  <a:lnTo>
                    <a:pt x="798195" y="321005"/>
                  </a:lnTo>
                  <a:lnTo>
                    <a:pt x="809244" y="323291"/>
                  </a:lnTo>
                  <a:lnTo>
                    <a:pt x="820420" y="321005"/>
                  </a:lnTo>
                  <a:lnTo>
                    <a:pt x="829437" y="315036"/>
                  </a:lnTo>
                  <a:lnTo>
                    <a:pt x="835406" y="306019"/>
                  </a:lnTo>
                  <a:lnTo>
                    <a:pt x="837692" y="294970"/>
                  </a:lnTo>
                  <a:close/>
                </a:path>
                <a:path w="1885315" h="1884680">
                  <a:moveTo>
                    <a:pt x="837692" y="28448"/>
                  </a:moveTo>
                  <a:lnTo>
                    <a:pt x="835406" y="17399"/>
                  </a:lnTo>
                  <a:lnTo>
                    <a:pt x="829437" y="8382"/>
                  </a:lnTo>
                  <a:lnTo>
                    <a:pt x="820420" y="2286"/>
                  </a:lnTo>
                  <a:lnTo>
                    <a:pt x="809244" y="0"/>
                  </a:lnTo>
                  <a:lnTo>
                    <a:pt x="798195" y="2286"/>
                  </a:lnTo>
                  <a:lnTo>
                    <a:pt x="789178" y="8382"/>
                  </a:lnTo>
                  <a:lnTo>
                    <a:pt x="783209" y="17399"/>
                  </a:lnTo>
                  <a:lnTo>
                    <a:pt x="780923" y="28448"/>
                  </a:lnTo>
                  <a:lnTo>
                    <a:pt x="783209" y="39357"/>
                  </a:lnTo>
                  <a:lnTo>
                    <a:pt x="789178" y="48374"/>
                  </a:lnTo>
                  <a:lnTo>
                    <a:pt x="798195" y="54470"/>
                  </a:lnTo>
                  <a:lnTo>
                    <a:pt x="809244" y="56756"/>
                  </a:lnTo>
                  <a:lnTo>
                    <a:pt x="820420" y="54470"/>
                  </a:lnTo>
                  <a:lnTo>
                    <a:pt x="829437" y="48374"/>
                  </a:lnTo>
                  <a:lnTo>
                    <a:pt x="835406" y="39357"/>
                  </a:lnTo>
                  <a:lnTo>
                    <a:pt x="837692" y="28448"/>
                  </a:lnTo>
                  <a:close/>
                </a:path>
                <a:path w="1885315" h="1884680">
                  <a:moveTo>
                    <a:pt x="1094828" y="1860892"/>
                  </a:moveTo>
                  <a:lnTo>
                    <a:pt x="1093050" y="1851621"/>
                  </a:lnTo>
                  <a:lnTo>
                    <a:pt x="1087970" y="1844128"/>
                  </a:lnTo>
                  <a:lnTo>
                    <a:pt x="1080477" y="1839048"/>
                  </a:lnTo>
                  <a:lnTo>
                    <a:pt x="1071206" y="1837270"/>
                  </a:lnTo>
                  <a:lnTo>
                    <a:pt x="1062062" y="1839048"/>
                  </a:lnTo>
                  <a:lnTo>
                    <a:pt x="1054569" y="1844128"/>
                  </a:lnTo>
                  <a:lnTo>
                    <a:pt x="1049489" y="1851621"/>
                  </a:lnTo>
                  <a:lnTo>
                    <a:pt x="1047584" y="1860892"/>
                  </a:lnTo>
                  <a:lnTo>
                    <a:pt x="1049489" y="1870036"/>
                  </a:lnTo>
                  <a:lnTo>
                    <a:pt x="1054569" y="1877656"/>
                  </a:lnTo>
                  <a:lnTo>
                    <a:pt x="1062062" y="1882597"/>
                  </a:lnTo>
                  <a:lnTo>
                    <a:pt x="1071206" y="1884502"/>
                  </a:lnTo>
                  <a:lnTo>
                    <a:pt x="1080477" y="1882597"/>
                  </a:lnTo>
                  <a:lnTo>
                    <a:pt x="1087970" y="1877656"/>
                  </a:lnTo>
                  <a:lnTo>
                    <a:pt x="1093050" y="1870036"/>
                  </a:lnTo>
                  <a:lnTo>
                    <a:pt x="1094828" y="1860892"/>
                  </a:lnTo>
                  <a:close/>
                </a:path>
                <a:path w="1885315" h="1884680">
                  <a:moveTo>
                    <a:pt x="1094828" y="1599057"/>
                  </a:moveTo>
                  <a:lnTo>
                    <a:pt x="1093050" y="1588008"/>
                  </a:lnTo>
                  <a:lnTo>
                    <a:pt x="1087970" y="1578991"/>
                  </a:lnTo>
                  <a:lnTo>
                    <a:pt x="1080477" y="1572895"/>
                  </a:lnTo>
                  <a:lnTo>
                    <a:pt x="1071206" y="1570736"/>
                  </a:lnTo>
                  <a:lnTo>
                    <a:pt x="1062062" y="1572895"/>
                  </a:lnTo>
                  <a:lnTo>
                    <a:pt x="1054569" y="1578991"/>
                  </a:lnTo>
                  <a:lnTo>
                    <a:pt x="1049489" y="1588008"/>
                  </a:lnTo>
                  <a:lnTo>
                    <a:pt x="1047584" y="1599057"/>
                  </a:lnTo>
                  <a:lnTo>
                    <a:pt x="1049489" y="1610106"/>
                  </a:lnTo>
                  <a:lnTo>
                    <a:pt x="1054569" y="1619123"/>
                  </a:lnTo>
                  <a:lnTo>
                    <a:pt x="1062062" y="1625219"/>
                  </a:lnTo>
                  <a:lnTo>
                    <a:pt x="1071206" y="1627378"/>
                  </a:lnTo>
                  <a:lnTo>
                    <a:pt x="1080477" y="1625219"/>
                  </a:lnTo>
                  <a:lnTo>
                    <a:pt x="1087970" y="1619123"/>
                  </a:lnTo>
                  <a:lnTo>
                    <a:pt x="1093050" y="1610106"/>
                  </a:lnTo>
                  <a:lnTo>
                    <a:pt x="1094828" y="1599057"/>
                  </a:lnTo>
                  <a:close/>
                </a:path>
                <a:path w="1885315" h="1884680">
                  <a:moveTo>
                    <a:pt x="1094828" y="1337348"/>
                  </a:moveTo>
                  <a:lnTo>
                    <a:pt x="1093050" y="1328077"/>
                  </a:lnTo>
                  <a:lnTo>
                    <a:pt x="1087970" y="1320584"/>
                  </a:lnTo>
                  <a:lnTo>
                    <a:pt x="1080477" y="1315516"/>
                  </a:lnTo>
                  <a:lnTo>
                    <a:pt x="1071206" y="1313738"/>
                  </a:lnTo>
                  <a:lnTo>
                    <a:pt x="1062062" y="1315516"/>
                  </a:lnTo>
                  <a:lnTo>
                    <a:pt x="1054569" y="1320584"/>
                  </a:lnTo>
                  <a:lnTo>
                    <a:pt x="1049489" y="1328077"/>
                  </a:lnTo>
                  <a:lnTo>
                    <a:pt x="1047584" y="1337348"/>
                  </a:lnTo>
                  <a:lnTo>
                    <a:pt x="1049489" y="1346492"/>
                  </a:lnTo>
                  <a:lnTo>
                    <a:pt x="1054569" y="1353985"/>
                  </a:lnTo>
                  <a:lnTo>
                    <a:pt x="1062062" y="1359065"/>
                  </a:lnTo>
                  <a:lnTo>
                    <a:pt x="1071206" y="1360970"/>
                  </a:lnTo>
                  <a:lnTo>
                    <a:pt x="1080477" y="1359065"/>
                  </a:lnTo>
                  <a:lnTo>
                    <a:pt x="1087970" y="1353985"/>
                  </a:lnTo>
                  <a:lnTo>
                    <a:pt x="1093050" y="1346492"/>
                  </a:lnTo>
                  <a:lnTo>
                    <a:pt x="1094828" y="1337348"/>
                  </a:lnTo>
                  <a:close/>
                </a:path>
                <a:path w="1885315" h="1884680">
                  <a:moveTo>
                    <a:pt x="1094828" y="1075512"/>
                  </a:moveTo>
                  <a:lnTo>
                    <a:pt x="1093050" y="1064475"/>
                  </a:lnTo>
                  <a:lnTo>
                    <a:pt x="1087970" y="1055458"/>
                  </a:lnTo>
                  <a:lnTo>
                    <a:pt x="1080477" y="1049362"/>
                  </a:lnTo>
                  <a:lnTo>
                    <a:pt x="1071206" y="1047076"/>
                  </a:lnTo>
                  <a:lnTo>
                    <a:pt x="1062062" y="1049362"/>
                  </a:lnTo>
                  <a:lnTo>
                    <a:pt x="1054569" y="1055458"/>
                  </a:lnTo>
                  <a:lnTo>
                    <a:pt x="1049489" y="1064475"/>
                  </a:lnTo>
                  <a:lnTo>
                    <a:pt x="1047584" y="1075512"/>
                  </a:lnTo>
                  <a:lnTo>
                    <a:pt x="1049489" y="1086561"/>
                  </a:lnTo>
                  <a:lnTo>
                    <a:pt x="1054569" y="1095578"/>
                  </a:lnTo>
                  <a:lnTo>
                    <a:pt x="1062062" y="1101674"/>
                  </a:lnTo>
                  <a:lnTo>
                    <a:pt x="1071206" y="1103833"/>
                  </a:lnTo>
                  <a:lnTo>
                    <a:pt x="1080477" y="1101674"/>
                  </a:lnTo>
                  <a:lnTo>
                    <a:pt x="1087970" y="1095578"/>
                  </a:lnTo>
                  <a:lnTo>
                    <a:pt x="1093050" y="1086561"/>
                  </a:lnTo>
                  <a:lnTo>
                    <a:pt x="1094828" y="1075512"/>
                  </a:lnTo>
                  <a:close/>
                </a:path>
                <a:path w="1885315" h="1884680">
                  <a:moveTo>
                    <a:pt x="1094828" y="813816"/>
                  </a:moveTo>
                  <a:lnTo>
                    <a:pt x="1093050" y="804545"/>
                  </a:lnTo>
                  <a:lnTo>
                    <a:pt x="1087970" y="797052"/>
                  </a:lnTo>
                  <a:lnTo>
                    <a:pt x="1080477" y="791972"/>
                  </a:lnTo>
                  <a:lnTo>
                    <a:pt x="1071206" y="790067"/>
                  </a:lnTo>
                  <a:lnTo>
                    <a:pt x="1062062" y="791972"/>
                  </a:lnTo>
                  <a:lnTo>
                    <a:pt x="1054569" y="797052"/>
                  </a:lnTo>
                  <a:lnTo>
                    <a:pt x="1049489" y="804545"/>
                  </a:lnTo>
                  <a:lnTo>
                    <a:pt x="1047584" y="813816"/>
                  </a:lnTo>
                  <a:lnTo>
                    <a:pt x="1049489" y="822960"/>
                  </a:lnTo>
                  <a:lnTo>
                    <a:pt x="1054569" y="830453"/>
                  </a:lnTo>
                  <a:lnTo>
                    <a:pt x="1062062" y="835520"/>
                  </a:lnTo>
                  <a:lnTo>
                    <a:pt x="1071206" y="837425"/>
                  </a:lnTo>
                  <a:lnTo>
                    <a:pt x="1080477" y="835520"/>
                  </a:lnTo>
                  <a:lnTo>
                    <a:pt x="1087970" y="830453"/>
                  </a:lnTo>
                  <a:lnTo>
                    <a:pt x="1093050" y="822960"/>
                  </a:lnTo>
                  <a:lnTo>
                    <a:pt x="1094828" y="813816"/>
                  </a:lnTo>
                  <a:close/>
                </a:path>
                <a:path w="1885315" h="1884680">
                  <a:moveTo>
                    <a:pt x="1094828" y="551980"/>
                  </a:moveTo>
                  <a:lnTo>
                    <a:pt x="1093050" y="540931"/>
                  </a:lnTo>
                  <a:lnTo>
                    <a:pt x="1087970" y="531914"/>
                  </a:lnTo>
                  <a:lnTo>
                    <a:pt x="1080477" y="525818"/>
                  </a:lnTo>
                  <a:lnTo>
                    <a:pt x="1071206" y="523532"/>
                  </a:lnTo>
                  <a:lnTo>
                    <a:pt x="1062062" y="525818"/>
                  </a:lnTo>
                  <a:lnTo>
                    <a:pt x="1054569" y="531914"/>
                  </a:lnTo>
                  <a:lnTo>
                    <a:pt x="1049489" y="540931"/>
                  </a:lnTo>
                  <a:lnTo>
                    <a:pt x="1047584" y="551980"/>
                  </a:lnTo>
                  <a:lnTo>
                    <a:pt x="1049489" y="563029"/>
                  </a:lnTo>
                  <a:lnTo>
                    <a:pt x="1054569" y="572046"/>
                  </a:lnTo>
                  <a:lnTo>
                    <a:pt x="1062062" y="578142"/>
                  </a:lnTo>
                  <a:lnTo>
                    <a:pt x="1071206" y="580301"/>
                  </a:lnTo>
                  <a:lnTo>
                    <a:pt x="1080477" y="578142"/>
                  </a:lnTo>
                  <a:lnTo>
                    <a:pt x="1087970" y="572046"/>
                  </a:lnTo>
                  <a:lnTo>
                    <a:pt x="1093050" y="563029"/>
                  </a:lnTo>
                  <a:lnTo>
                    <a:pt x="1094828" y="551980"/>
                  </a:lnTo>
                  <a:close/>
                </a:path>
                <a:path w="1885315" h="1884680">
                  <a:moveTo>
                    <a:pt x="1094828" y="294970"/>
                  </a:moveTo>
                  <a:lnTo>
                    <a:pt x="1093050" y="283921"/>
                  </a:lnTo>
                  <a:lnTo>
                    <a:pt x="1087970" y="274904"/>
                  </a:lnTo>
                  <a:lnTo>
                    <a:pt x="1080477" y="268820"/>
                  </a:lnTo>
                  <a:lnTo>
                    <a:pt x="1071206" y="266534"/>
                  </a:lnTo>
                  <a:lnTo>
                    <a:pt x="1062062" y="268820"/>
                  </a:lnTo>
                  <a:lnTo>
                    <a:pt x="1054569" y="274904"/>
                  </a:lnTo>
                  <a:lnTo>
                    <a:pt x="1049489" y="283921"/>
                  </a:lnTo>
                  <a:lnTo>
                    <a:pt x="1047584" y="294970"/>
                  </a:lnTo>
                  <a:lnTo>
                    <a:pt x="1049489" y="306019"/>
                  </a:lnTo>
                  <a:lnTo>
                    <a:pt x="1054569" y="315036"/>
                  </a:lnTo>
                  <a:lnTo>
                    <a:pt x="1062062" y="321005"/>
                  </a:lnTo>
                  <a:lnTo>
                    <a:pt x="1071206" y="323291"/>
                  </a:lnTo>
                  <a:lnTo>
                    <a:pt x="1080477" y="321005"/>
                  </a:lnTo>
                  <a:lnTo>
                    <a:pt x="1087970" y="315036"/>
                  </a:lnTo>
                  <a:lnTo>
                    <a:pt x="1093050" y="306019"/>
                  </a:lnTo>
                  <a:lnTo>
                    <a:pt x="1094828" y="294970"/>
                  </a:lnTo>
                  <a:close/>
                </a:path>
                <a:path w="1885315" h="1884680">
                  <a:moveTo>
                    <a:pt x="1094828" y="28448"/>
                  </a:moveTo>
                  <a:lnTo>
                    <a:pt x="1093050" y="17399"/>
                  </a:lnTo>
                  <a:lnTo>
                    <a:pt x="1087970" y="8382"/>
                  </a:lnTo>
                  <a:lnTo>
                    <a:pt x="1080477" y="2286"/>
                  </a:lnTo>
                  <a:lnTo>
                    <a:pt x="1071206" y="0"/>
                  </a:lnTo>
                  <a:lnTo>
                    <a:pt x="1062062" y="2286"/>
                  </a:lnTo>
                  <a:lnTo>
                    <a:pt x="1054569" y="8382"/>
                  </a:lnTo>
                  <a:lnTo>
                    <a:pt x="1049489" y="17399"/>
                  </a:lnTo>
                  <a:lnTo>
                    <a:pt x="1047584" y="28448"/>
                  </a:lnTo>
                  <a:lnTo>
                    <a:pt x="1049489" y="39357"/>
                  </a:lnTo>
                  <a:lnTo>
                    <a:pt x="1054569" y="48374"/>
                  </a:lnTo>
                  <a:lnTo>
                    <a:pt x="1062062" y="54470"/>
                  </a:lnTo>
                  <a:lnTo>
                    <a:pt x="1071206" y="56756"/>
                  </a:lnTo>
                  <a:lnTo>
                    <a:pt x="1080477" y="54470"/>
                  </a:lnTo>
                  <a:lnTo>
                    <a:pt x="1087970" y="48374"/>
                  </a:lnTo>
                  <a:lnTo>
                    <a:pt x="1093050" y="39357"/>
                  </a:lnTo>
                  <a:lnTo>
                    <a:pt x="1094828" y="28448"/>
                  </a:lnTo>
                  <a:close/>
                </a:path>
                <a:path w="1885315" h="1884680">
                  <a:moveTo>
                    <a:pt x="1361478" y="1860892"/>
                  </a:moveTo>
                  <a:lnTo>
                    <a:pt x="1359192" y="1851621"/>
                  </a:lnTo>
                  <a:lnTo>
                    <a:pt x="1353223" y="1844128"/>
                  </a:lnTo>
                  <a:lnTo>
                    <a:pt x="1344206" y="1839048"/>
                  </a:lnTo>
                  <a:lnTo>
                    <a:pt x="1333042" y="1837270"/>
                  </a:lnTo>
                  <a:lnTo>
                    <a:pt x="1321993" y="1839048"/>
                  </a:lnTo>
                  <a:lnTo>
                    <a:pt x="1312976" y="1844128"/>
                  </a:lnTo>
                  <a:lnTo>
                    <a:pt x="1307007" y="1851621"/>
                  </a:lnTo>
                  <a:lnTo>
                    <a:pt x="1304721" y="1860892"/>
                  </a:lnTo>
                  <a:lnTo>
                    <a:pt x="1307007" y="1870036"/>
                  </a:lnTo>
                  <a:lnTo>
                    <a:pt x="1312976" y="1877656"/>
                  </a:lnTo>
                  <a:lnTo>
                    <a:pt x="1321993" y="1882597"/>
                  </a:lnTo>
                  <a:lnTo>
                    <a:pt x="1333042" y="1884502"/>
                  </a:lnTo>
                  <a:lnTo>
                    <a:pt x="1344206" y="1882597"/>
                  </a:lnTo>
                  <a:lnTo>
                    <a:pt x="1353223" y="1877656"/>
                  </a:lnTo>
                  <a:lnTo>
                    <a:pt x="1359192" y="1870036"/>
                  </a:lnTo>
                  <a:lnTo>
                    <a:pt x="1361478" y="1860892"/>
                  </a:lnTo>
                  <a:close/>
                </a:path>
                <a:path w="1885315" h="1884680">
                  <a:moveTo>
                    <a:pt x="1361478" y="1599057"/>
                  </a:moveTo>
                  <a:lnTo>
                    <a:pt x="1359192" y="1588008"/>
                  </a:lnTo>
                  <a:lnTo>
                    <a:pt x="1353223" y="1578991"/>
                  </a:lnTo>
                  <a:lnTo>
                    <a:pt x="1344206" y="1572895"/>
                  </a:lnTo>
                  <a:lnTo>
                    <a:pt x="1333042" y="1570736"/>
                  </a:lnTo>
                  <a:lnTo>
                    <a:pt x="1321993" y="1572895"/>
                  </a:lnTo>
                  <a:lnTo>
                    <a:pt x="1312976" y="1578991"/>
                  </a:lnTo>
                  <a:lnTo>
                    <a:pt x="1307007" y="1588008"/>
                  </a:lnTo>
                  <a:lnTo>
                    <a:pt x="1304721" y="1599057"/>
                  </a:lnTo>
                  <a:lnTo>
                    <a:pt x="1307007" y="1610106"/>
                  </a:lnTo>
                  <a:lnTo>
                    <a:pt x="1312976" y="1619123"/>
                  </a:lnTo>
                  <a:lnTo>
                    <a:pt x="1321993" y="1625219"/>
                  </a:lnTo>
                  <a:lnTo>
                    <a:pt x="1333042" y="1627378"/>
                  </a:lnTo>
                  <a:lnTo>
                    <a:pt x="1344206" y="1625219"/>
                  </a:lnTo>
                  <a:lnTo>
                    <a:pt x="1353223" y="1619123"/>
                  </a:lnTo>
                  <a:lnTo>
                    <a:pt x="1359192" y="1610106"/>
                  </a:lnTo>
                  <a:lnTo>
                    <a:pt x="1361478" y="1599057"/>
                  </a:lnTo>
                  <a:close/>
                </a:path>
                <a:path w="1885315" h="1884680">
                  <a:moveTo>
                    <a:pt x="1361478" y="1337348"/>
                  </a:moveTo>
                  <a:lnTo>
                    <a:pt x="1359192" y="1328077"/>
                  </a:lnTo>
                  <a:lnTo>
                    <a:pt x="1353223" y="1320584"/>
                  </a:lnTo>
                  <a:lnTo>
                    <a:pt x="1344206" y="1315516"/>
                  </a:lnTo>
                  <a:lnTo>
                    <a:pt x="1333042" y="1313738"/>
                  </a:lnTo>
                  <a:lnTo>
                    <a:pt x="1321993" y="1315516"/>
                  </a:lnTo>
                  <a:lnTo>
                    <a:pt x="1312976" y="1320584"/>
                  </a:lnTo>
                  <a:lnTo>
                    <a:pt x="1307007" y="1328077"/>
                  </a:lnTo>
                  <a:lnTo>
                    <a:pt x="1304721" y="1337348"/>
                  </a:lnTo>
                  <a:lnTo>
                    <a:pt x="1307007" y="1346492"/>
                  </a:lnTo>
                  <a:lnTo>
                    <a:pt x="1312976" y="1353985"/>
                  </a:lnTo>
                  <a:lnTo>
                    <a:pt x="1321993" y="1359065"/>
                  </a:lnTo>
                  <a:lnTo>
                    <a:pt x="1333042" y="1360970"/>
                  </a:lnTo>
                  <a:lnTo>
                    <a:pt x="1344206" y="1359065"/>
                  </a:lnTo>
                  <a:lnTo>
                    <a:pt x="1353223" y="1353985"/>
                  </a:lnTo>
                  <a:lnTo>
                    <a:pt x="1359192" y="1346492"/>
                  </a:lnTo>
                  <a:lnTo>
                    <a:pt x="1361478" y="1337348"/>
                  </a:lnTo>
                  <a:close/>
                </a:path>
                <a:path w="1885315" h="1884680">
                  <a:moveTo>
                    <a:pt x="1361478" y="1075512"/>
                  </a:moveTo>
                  <a:lnTo>
                    <a:pt x="1359192" y="1064475"/>
                  </a:lnTo>
                  <a:lnTo>
                    <a:pt x="1353223" y="1055458"/>
                  </a:lnTo>
                  <a:lnTo>
                    <a:pt x="1344206" y="1049362"/>
                  </a:lnTo>
                  <a:lnTo>
                    <a:pt x="1333042" y="1047076"/>
                  </a:lnTo>
                  <a:lnTo>
                    <a:pt x="1321993" y="1049362"/>
                  </a:lnTo>
                  <a:lnTo>
                    <a:pt x="1312976" y="1055458"/>
                  </a:lnTo>
                  <a:lnTo>
                    <a:pt x="1307007" y="1064475"/>
                  </a:lnTo>
                  <a:lnTo>
                    <a:pt x="1304721" y="1075512"/>
                  </a:lnTo>
                  <a:lnTo>
                    <a:pt x="1307007" y="1086561"/>
                  </a:lnTo>
                  <a:lnTo>
                    <a:pt x="1312976" y="1095578"/>
                  </a:lnTo>
                  <a:lnTo>
                    <a:pt x="1321993" y="1101674"/>
                  </a:lnTo>
                  <a:lnTo>
                    <a:pt x="1333042" y="1103833"/>
                  </a:lnTo>
                  <a:lnTo>
                    <a:pt x="1344206" y="1101674"/>
                  </a:lnTo>
                  <a:lnTo>
                    <a:pt x="1353223" y="1095578"/>
                  </a:lnTo>
                  <a:lnTo>
                    <a:pt x="1359192" y="1086561"/>
                  </a:lnTo>
                  <a:lnTo>
                    <a:pt x="1361478" y="1075512"/>
                  </a:lnTo>
                  <a:close/>
                </a:path>
                <a:path w="1885315" h="1884680">
                  <a:moveTo>
                    <a:pt x="1361478" y="813816"/>
                  </a:moveTo>
                  <a:lnTo>
                    <a:pt x="1359192" y="804545"/>
                  </a:lnTo>
                  <a:lnTo>
                    <a:pt x="1353223" y="797052"/>
                  </a:lnTo>
                  <a:lnTo>
                    <a:pt x="1344206" y="791972"/>
                  </a:lnTo>
                  <a:lnTo>
                    <a:pt x="1333042" y="790067"/>
                  </a:lnTo>
                  <a:lnTo>
                    <a:pt x="1321993" y="791972"/>
                  </a:lnTo>
                  <a:lnTo>
                    <a:pt x="1312976" y="797052"/>
                  </a:lnTo>
                  <a:lnTo>
                    <a:pt x="1307007" y="804545"/>
                  </a:lnTo>
                  <a:lnTo>
                    <a:pt x="1304721" y="813816"/>
                  </a:lnTo>
                  <a:lnTo>
                    <a:pt x="1307007" y="822960"/>
                  </a:lnTo>
                  <a:lnTo>
                    <a:pt x="1312976" y="830453"/>
                  </a:lnTo>
                  <a:lnTo>
                    <a:pt x="1321993" y="835520"/>
                  </a:lnTo>
                  <a:lnTo>
                    <a:pt x="1333042" y="837425"/>
                  </a:lnTo>
                  <a:lnTo>
                    <a:pt x="1344206" y="835520"/>
                  </a:lnTo>
                  <a:lnTo>
                    <a:pt x="1353223" y="830453"/>
                  </a:lnTo>
                  <a:lnTo>
                    <a:pt x="1359192" y="822960"/>
                  </a:lnTo>
                  <a:lnTo>
                    <a:pt x="1361478" y="813816"/>
                  </a:lnTo>
                  <a:close/>
                </a:path>
                <a:path w="1885315" h="1884680">
                  <a:moveTo>
                    <a:pt x="1361478" y="551980"/>
                  </a:moveTo>
                  <a:lnTo>
                    <a:pt x="1359192" y="540931"/>
                  </a:lnTo>
                  <a:lnTo>
                    <a:pt x="1353223" y="531914"/>
                  </a:lnTo>
                  <a:lnTo>
                    <a:pt x="1344206" y="525818"/>
                  </a:lnTo>
                  <a:lnTo>
                    <a:pt x="1333042" y="523532"/>
                  </a:lnTo>
                  <a:lnTo>
                    <a:pt x="1321993" y="525818"/>
                  </a:lnTo>
                  <a:lnTo>
                    <a:pt x="1312976" y="531914"/>
                  </a:lnTo>
                  <a:lnTo>
                    <a:pt x="1307007" y="540931"/>
                  </a:lnTo>
                  <a:lnTo>
                    <a:pt x="1304721" y="551980"/>
                  </a:lnTo>
                  <a:lnTo>
                    <a:pt x="1307007" y="563029"/>
                  </a:lnTo>
                  <a:lnTo>
                    <a:pt x="1312976" y="572046"/>
                  </a:lnTo>
                  <a:lnTo>
                    <a:pt x="1321993" y="578142"/>
                  </a:lnTo>
                  <a:lnTo>
                    <a:pt x="1333042" y="580301"/>
                  </a:lnTo>
                  <a:lnTo>
                    <a:pt x="1344206" y="578142"/>
                  </a:lnTo>
                  <a:lnTo>
                    <a:pt x="1353223" y="572046"/>
                  </a:lnTo>
                  <a:lnTo>
                    <a:pt x="1359192" y="563029"/>
                  </a:lnTo>
                  <a:lnTo>
                    <a:pt x="1361478" y="551980"/>
                  </a:lnTo>
                  <a:close/>
                </a:path>
                <a:path w="1885315" h="1884680">
                  <a:moveTo>
                    <a:pt x="1361478" y="294970"/>
                  </a:moveTo>
                  <a:lnTo>
                    <a:pt x="1359192" y="283921"/>
                  </a:lnTo>
                  <a:lnTo>
                    <a:pt x="1353223" y="274904"/>
                  </a:lnTo>
                  <a:lnTo>
                    <a:pt x="1344206" y="268820"/>
                  </a:lnTo>
                  <a:lnTo>
                    <a:pt x="1333042" y="266534"/>
                  </a:lnTo>
                  <a:lnTo>
                    <a:pt x="1321993" y="268820"/>
                  </a:lnTo>
                  <a:lnTo>
                    <a:pt x="1312976" y="274904"/>
                  </a:lnTo>
                  <a:lnTo>
                    <a:pt x="1307007" y="283921"/>
                  </a:lnTo>
                  <a:lnTo>
                    <a:pt x="1304721" y="294970"/>
                  </a:lnTo>
                  <a:lnTo>
                    <a:pt x="1307007" y="306019"/>
                  </a:lnTo>
                  <a:lnTo>
                    <a:pt x="1312976" y="315036"/>
                  </a:lnTo>
                  <a:lnTo>
                    <a:pt x="1321993" y="321005"/>
                  </a:lnTo>
                  <a:lnTo>
                    <a:pt x="1333042" y="323291"/>
                  </a:lnTo>
                  <a:lnTo>
                    <a:pt x="1344206" y="321005"/>
                  </a:lnTo>
                  <a:lnTo>
                    <a:pt x="1353223" y="315036"/>
                  </a:lnTo>
                  <a:lnTo>
                    <a:pt x="1359192" y="306019"/>
                  </a:lnTo>
                  <a:lnTo>
                    <a:pt x="1361478" y="294970"/>
                  </a:lnTo>
                  <a:close/>
                </a:path>
                <a:path w="1885315" h="1884680">
                  <a:moveTo>
                    <a:pt x="1361478" y="28448"/>
                  </a:moveTo>
                  <a:lnTo>
                    <a:pt x="1359192" y="17399"/>
                  </a:lnTo>
                  <a:lnTo>
                    <a:pt x="1353223" y="8382"/>
                  </a:lnTo>
                  <a:lnTo>
                    <a:pt x="1344206" y="2286"/>
                  </a:lnTo>
                  <a:lnTo>
                    <a:pt x="1333042" y="0"/>
                  </a:lnTo>
                  <a:lnTo>
                    <a:pt x="1321993" y="2286"/>
                  </a:lnTo>
                  <a:lnTo>
                    <a:pt x="1312976" y="8382"/>
                  </a:lnTo>
                  <a:lnTo>
                    <a:pt x="1307007" y="17399"/>
                  </a:lnTo>
                  <a:lnTo>
                    <a:pt x="1304721" y="28448"/>
                  </a:lnTo>
                  <a:lnTo>
                    <a:pt x="1307007" y="39357"/>
                  </a:lnTo>
                  <a:lnTo>
                    <a:pt x="1312976" y="48374"/>
                  </a:lnTo>
                  <a:lnTo>
                    <a:pt x="1321993" y="54470"/>
                  </a:lnTo>
                  <a:lnTo>
                    <a:pt x="1333042" y="56756"/>
                  </a:lnTo>
                  <a:lnTo>
                    <a:pt x="1344206" y="54470"/>
                  </a:lnTo>
                  <a:lnTo>
                    <a:pt x="1353223" y="48374"/>
                  </a:lnTo>
                  <a:lnTo>
                    <a:pt x="1359192" y="39357"/>
                  </a:lnTo>
                  <a:lnTo>
                    <a:pt x="1361478" y="28448"/>
                  </a:lnTo>
                  <a:close/>
                </a:path>
                <a:path w="1885315" h="1884680">
                  <a:moveTo>
                    <a:pt x="1618742" y="1860892"/>
                  </a:moveTo>
                  <a:lnTo>
                    <a:pt x="1616837" y="1851621"/>
                  </a:lnTo>
                  <a:lnTo>
                    <a:pt x="1611757" y="1844128"/>
                  </a:lnTo>
                  <a:lnTo>
                    <a:pt x="1604264" y="1839048"/>
                  </a:lnTo>
                  <a:lnTo>
                    <a:pt x="1594993" y="1837270"/>
                  </a:lnTo>
                  <a:lnTo>
                    <a:pt x="1585849" y="1839048"/>
                  </a:lnTo>
                  <a:lnTo>
                    <a:pt x="1578368" y="1844128"/>
                  </a:lnTo>
                  <a:lnTo>
                    <a:pt x="1573288" y="1851621"/>
                  </a:lnTo>
                  <a:lnTo>
                    <a:pt x="1571383" y="1860892"/>
                  </a:lnTo>
                  <a:lnTo>
                    <a:pt x="1573288" y="1870036"/>
                  </a:lnTo>
                  <a:lnTo>
                    <a:pt x="1578368" y="1877656"/>
                  </a:lnTo>
                  <a:lnTo>
                    <a:pt x="1585849" y="1882597"/>
                  </a:lnTo>
                  <a:lnTo>
                    <a:pt x="1594993" y="1884502"/>
                  </a:lnTo>
                  <a:lnTo>
                    <a:pt x="1604264" y="1882597"/>
                  </a:lnTo>
                  <a:lnTo>
                    <a:pt x="1611757" y="1877656"/>
                  </a:lnTo>
                  <a:lnTo>
                    <a:pt x="1616837" y="1870036"/>
                  </a:lnTo>
                  <a:lnTo>
                    <a:pt x="1618742" y="1860892"/>
                  </a:lnTo>
                  <a:close/>
                </a:path>
                <a:path w="1885315" h="1884680">
                  <a:moveTo>
                    <a:pt x="1618742" y="1599057"/>
                  </a:moveTo>
                  <a:lnTo>
                    <a:pt x="1616837" y="1588008"/>
                  </a:lnTo>
                  <a:lnTo>
                    <a:pt x="1611757" y="1578991"/>
                  </a:lnTo>
                  <a:lnTo>
                    <a:pt x="1604264" y="1572895"/>
                  </a:lnTo>
                  <a:lnTo>
                    <a:pt x="1594993" y="1570736"/>
                  </a:lnTo>
                  <a:lnTo>
                    <a:pt x="1585849" y="1572895"/>
                  </a:lnTo>
                  <a:lnTo>
                    <a:pt x="1578368" y="1578991"/>
                  </a:lnTo>
                  <a:lnTo>
                    <a:pt x="1573288" y="1588008"/>
                  </a:lnTo>
                  <a:lnTo>
                    <a:pt x="1571383" y="1599057"/>
                  </a:lnTo>
                  <a:lnTo>
                    <a:pt x="1573288" y="1610106"/>
                  </a:lnTo>
                  <a:lnTo>
                    <a:pt x="1578368" y="1619123"/>
                  </a:lnTo>
                  <a:lnTo>
                    <a:pt x="1585849" y="1625219"/>
                  </a:lnTo>
                  <a:lnTo>
                    <a:pt x="1594993" y="1627378"/>
                  </a:lnTo>
                  <a:lnTo>
                    <a:pt x="1604264" y="1625219"/>
                  </a:lnTo>
                  <a:lnTo>
                    <a:pt x="1611757" y="1619123"/>
                  </a:lnTo>
                  <a:lnTo>
                    <a:pt x="1616837" y="1610106"/>
                  </a:lnTo>
                  <a:lnTo>
                    <a:pt x="1618742" y="1599057"/>
                  </a:lnTo>
                  <a:close/>
                </a:path>
                <a:path w="1885315" h="1884680">
                  <a:moveTo>
                    <a:pt x="1618742" y="1337348"/>
                  </a:moveTo>
                  <a:lnTo>
                    <a:pt x="1616837" y="1328077"/>
                  </a:lnTo>
                  <a:lnTo>
                    <a:pt x="1611757" y="1320584"/>
                  </a:lnTo>
                  <a:lnTo>
                    <a:pt x="1604264" y="1315516"/>
                  </a:lnTo>
                  <a:lnTo>
                    <a:pt x="1594993" y="1313738"/>
                  </a:lnTo>
                  <a:lnTo>
                    <a:pt x="1585849" y="1315516"/>
                  </a:lnTo>
                  <a:lnTo>
                    <a:pt x="1578368" y="1320584"/>
                  </a:lnTo>
                  <a:lnTo>
                    <a:pt x="1573288" y="1328077"/>
                  </a:lnTo>
                  <a:lnTo>
                    <a:pt x="1571383" y="1337348"/>
                  </a:lnTo>
                  <a:lnTo>
                    <a:pt x="1573288" y="1346492"/>
                  </a:lnTo>
                  <a:lnTo>
                    <a:pt x="1578368" y="1353985"/>
                  </a:lnTo>
                  <a:lnTo>
                    <a:pt x="1585849" y="1359065"/>
                  </a:lnTo>
                  <a:lnTo>
                    <a:pt x="1594993" y="1360970"/>
                  </a:lnTo>
                  <a:lnTo>
                    <a:pt x="1604264" y="1359065"/>
                  </a:lnTo>
                  <a:lnTo>
                    <a:pt x="1611757" y="1353985"/>
                  </a:lnTo>
                  <a:lnTo>
                    <a:pt x="1616837" y="1346492"/>
                  </a:lnTo>
                  <a:lnTo>
                    <a:pt x="1618742" y="1337348"/>
                  </a:lnTo>
                  <a:close/>
                </a:path>
                <a:path w="1885315" h="1884680">
                  <a:moveTo>
                    <a:pt x="1618742" y="1075512"/>
                  </a:moveTo>
                  <a:lnTo>
                    <a:pt x="1616837" y="1064475"/>
                  </a:lnTo>
                  <a:lnTo>
                    <a:pt x="1611757" y="1055458"/>
                  </a:lnTo>
                  <a:lnTo>
                    <a:pt x="1604264" y="1049362"/>
                  </a:lnTo>
                  <a:lnTo>
                    <a:pt x="1594993" y="1047076"/>
                  </a:lnTo>
                  <a:lnTo>
                    <a:pt x="1585849" y="1049362"/>
                  </a:lnTo>
                  <a:lnTo>
                    <a:pt x="1578368" y="1055458"/>
                  </a:lnTo>
                  <a:lnTo>
                    <a:pt x="1573288" y="1064475"/>
                  </a:lnTo>
                  <a:lnTo>
                    <a:pt x="1571383" y="1075512"/>
                  </a:lnTo>
                  <a:lnTo>
                    <a:pt x="1573288" y="1086561"/>
                  </a:lnTo>
                  <a:lnTo>
                    <a:pt x="1578368" y="1095578"/>
                  </a:lnTo>
                  <a:lnTo>
                    <a:pt x="1585849" y="1101674"/>
                  </a:lnTo>
                  <a:lnTo>
                    <a:pt x="1594993" y="1103833"/>
                  </a:lnTo>
                  <a:lnTo>
                    <a:pt x="1604264" y="1101674"/>
                  </a:lnTo>
                  <a:lnTo>
                    <a:pt x="1611757" y="1095578"/>
                  </a:lnTo>
                  <a:lnTo>
                    <a:pt x="1616837" y="1086561"/>
                  </a:lnTo>
                  <a:lnTo>
                    <a:pt x="1618742" y="1075512"/>
                  </a:lnTo>
                  <a:close/>
                </a:path>
                <a:path w="1885315" h="1884680">
                  <a:moveTo>
                    <a:pt x="1618742" y="813816"/>
                  </a:moveTo>
                  <a:lnTo>
                    <a:pt x="1616837" y="804545"/>
                  </a:lnTo>
                  <a:lnTo>
                    <a:pt x="1611757" y="797052"/>
                  </a:lnTo>
                  <a:lnTo>
                    <a:pt x="1604264" y="791972"/>
                  </a:lnTo>
                  <a:lnTo>
                    <a:pt x="1594993" y="790067"/>
                  </a:lnTo>
                  <a:lnTo>
                    <a:pt x="1585849" y="791972"/>
                  </a:lnTo>
                  <a:lnTo>
                    <a:pt x="1578368" y="797052"/>
                  </a:lnTo>
                  <a:lnTo>
                    <a:pt x="1573288" y="804545"/>
                  </a:lnTo>
                  <a:lnTo>
                    <a:pt x="1571383" y="813816"/>
                  </a:lnTo>
                  <a:lnTo>
                    <a:pt x="1573288" y="822960"/>
                  </a:lnTo>
                  <a:lnTo>
                    <a:pt x="1578368" y="830453"/>
                  </a:lnTo>
                  <a:lnTo>
                    <a:pt x="1585849" y="835520"/>
                  </a:lnTo>
                  <a:lnTo>
                    <a:pt x="1594993" y="837425"/>
                  </a:lnTo>
                  <a:lnTo>
                    <a:pt x="1604264" y="835520"/>
                  </a:lnTo>
                  <a:lnTo>
                    <a:pt x="1611757" y="830453"/>
                  </a:lnTo>
                  <a:lnTo>
                    <a:pt x="1616837" y="822960"/>
                  </a:lnTo>
                  <a:lnTo>
                    <a:pt x="1618742" y="813816"/>
                  </a:lnTo>
                  <a:close/>
                </a:path>
                <a:path w="1885315" h="1884680">
                  <a:moveTo>
                    <a:pt x="1618742" y="551980"/>
                  </a:moveTo>
                  <a:lnTo>
                    <a:pt x="1616837" y="540931"/>
                  </a:lnTo>
                  <a:lnTo>
                    <a:pt x="1611757" y="531914"/>
                  </a:lnTo>
                  <a:lnTo>
                    <a:pt x="1604264" y="525818"/>
                  </a:lnTo>
                  <a:lnTo>
                    <a:pt x="1594993" y="523532"/>
                  </a:lnTo>
                  <a:lnTo>
                    <a:pt x="1585849" y="525818"/>
                  </a:lnTo>
                  <a:lnTo>
                    <a:pt x="1578368" y="531914"/>
                  </a:lnTo>
                  <a:lnTo>
                    <a:pt x="1573288" y="540931"/>
                  </a:lnTo>
                  <a:lnTo>
                    <a:pt x="1571383" y="551980"/>
                  </a:lnTo>
                  <a:lnTo>
                    <a:pt x="1573288" y="563029"/>
                  </a:lnTo>
                  <a:lnTo>
                    <a:pt x="1578368" y="572046"/>
                  </a:lnTo>
                  <a:lnTo>
                    <a:pt x="1585849" y="578142"/>
                  </a:lnTo>
                  <a:lnTo>
                    <a:pt x="1594993" y="580301"/>
                  </a:lnTo>
                  <a:lnTo>
                    <a:pt x="1604264" y="578142"/>
                  </a:lnTo>
                  <a:lnTo>
                    <a:pt x="1611757" y="572046"/>
                  </a:lnTo>
                  <a:lnTo>
                    <a:pt x="1616837" y="563029"/>
                  </a:lnTo>
                  <a:lnTo>
                    <a:pt x="1618742" y="551980"/>
                  </a:lnTo>
                  <a:close/>
                </a:path>
                <a:path w="1885315" h="1884680">
                  <a:moveTo>
                    <a:pt x="1618742" y="294970"/>
                  </a:moveTo>
                  <a:lnTo>
                    <a:pt x="1616837" y="283921"/>
                  </a:lnTo>
                  <a:lnTo>
                    <a:pt x="1611757" y="274904"/>
                  </a:lnTo>
                  <a:lnTo>
                    <a:pt x="1604264" y="268820"/>
                  </a:lnTo>
                  <a:lnTo>
                    <a:pt x="1594993" y="266534"/>
                  </a:lnTo>
                  <a:lnTo>
                    <a:pt x="1585849" y="268820"/>
                  </a:lnTo>
                  <a:lnTo>
                    <a:pt x="1578368" y="274904"/>
                  </a:lnTo>
                  <a:lnTo>
                    <a:pt x="1573288" y="283921"/>
                  </a:lnTo>
                  <a:lnTo>
                    <a:pt x="1571383" y="294970"/>
                  </a:lnTo>
                  <a:lnTo>
                    <a:pt x="1573288" y="306019"/>
                  </a:lnTo>
                  <a:lnTo>
                    <a:pt x="1578368" y="315036"/>
                  </a:lnTo>
                  <a:lnTo>
                    <a:pt x="1585849" y="321005"/>
                  </a:lnTo>
                  <a:lnTo>
                    <a:pt x="1594993" y="323291"/>
                  </a:lnTo>
                  <a:lnTo>
                    <a:pt x="1604264" y="321005"/>
                  </a:lnTo>
                  <a:lnTo>
                    <a:pt x="1611757" y="315036"/>
                  </a:lnTo>
                  <a:lnTo>
                    <a:pt x="1616837" y="306019"/>
                  </a:lnTo>
                  <a:lnTo>
                    <a:pt x="1618742" y="294970"/>
                  </a:lnTo>
                  <a:close/>
                </a:path>
                <a:path w="1885315" h="1884680">
                  <a:moveTo>
                    <a:pt x="1618742" y="28448"/>
                  </a:moveTo>
                  <a:lnTo>
                    <a:pt x="1616837" y="17399"/>
                  </a:lnTo>
                  <a:lnTo>
                    <a:pt x="1611757" y="8382"/>
                  </a:lnTo>
                  <a:lnTo>
                    <a:pt x="1604264" y="2286"/>
                  </a:lnTo>
                  <a:lnTo>
                    <a:pt x="1594993" y="0"/>
                  </a:lnTo>
                  <a:lnTo>
                    <a:pt x="1585849" y="2286"/>
                  </a:lnTo>
                  <a:lnTo>
                    <a:pt x="1578368" y="8382"/>
                  </a:lnTo>
                  <a:lnTo>
                    <a:pt x="1573288" y="17399"/>
                  </a:lnTo>
                  <a:lnTo>
                    <a:pt x="1571383" y="28448"/>
                  </a:lnTo>
                  <a:lnTo>
                    <a:pt x="1573288" y="39357"/>
                  </a:lnTo>
                  <a:lnTo>
                    <a:pt x="1578368" y="48374"/>
                  </a:lnTo>
                  <a:lnTo>
                    <a:pt x="1585849" y="54470"/>
                  </a:lnTo>
                  <a:lnTo>
                    <a:pt x="1594993" y="56756"/>
                  </a:lnTo>
                  <a:lnTo>
                    <a:pt x="1604264" y="54470"/>
                  </a:lnTo>
                  <a:lnTo>
                    <a:pt x="1611757" y="48374"/>
                  </a:lnTo>
                  <a:lnTo>
                    <a:pt x="1616837" y="39357"/>
                  </a:lnTo>
                  <a:lnTo>
                    <a:pt x="1618742" y="28448"/>
                  </a:lnTo>
                  <a:close/>
                </a:path>
                <a:path w="1885315" h="1884680">
                  <a:moveTo>
                    <a:pt x="1885276" y="1860892"/>
                  </a:moveTo>
                  <a:lnTo>
                    <a:pt x="1882990" y="1851621"/>
                  </a:lnTo>
                  <a:lnTo>
                    <a:pt x="1877021" y="1844128"/>
                  </a:lnTo>
                  <a:lnTo>
                    <a:pt x="1868004" y="1839048"/>
                  </a:lnTo>
                  <a:lnTo>
                    <a:pt x="1856828" y="1837270"/>
                  </a:lnTo>
                  <a:lnTo>
                    <a:pt x="1845779" y="1839048"/>
                  </a:lnTo>
                  <a:lnTo>
                    <a:pt x="1836762" y="1844128"/>
                  </a:lnTo>
                  <a:lnTo>
                    <a:pt x="1830793" y="1851621"/>
                  </a:lnTo>
                  <a:lnTo>
                    <a:pt x="1828507" y="1860892"/>
                  </a:lnTo>
                  <a:lnTo>
                    <a:pt x="1830793" y="1870036"/>
                  </a:lnTo>
                  <a:lnTo>
                    <a:pt x="1836762" y="1877656"/>
                  </a:lnTo>
                  <a:lnTo>
                    <a:pt x="1845779" y="1882597"/>
                  </a:lnTo>
                  <a:lnTo>
                    <a:pt x="1856828" y="1884502"/>
                  </a:lnTo>
                  <a:lnTo>
                    <a:pt x="1868004" y="1882597"/>
                  </a:lnTo>
                  <a:lnTo>
                    <a:pt x="1877021" y="1877656"/>
                  </a:lnTo>
                  <a:lnTo>
                    <a:pt x="1882990" y="1870036"/>
                  </a:lnTo>
                  <a:lnTo>
                    <a:pt x="1885276" y="1860892"/>
                  </a:lnTo>
                  <a:close/>
                </a:path>
                <a:path w="1885315" h="1884680">
                  <a:moveTo>
                    <a:pt x="1885276" y="1599057"/>
                  </a:moveTo>
                  <a:lnTo>
                    <a:pt x="1882990" y="1588008"/>
                  </a:lnTo>
                  <a:lnTo>
                    <a:pt x="1877021" y="1578991"/>
                  </a:lnTo>
                  <a:lnTo>
                    <a:pt x="1868004" y="1572895"/>
                  </a:lnTo>
                  <a:lnTo>
                    <a:pt x="1856828" y="1570736"/>
                  </a:lnTo>
                  <a:lnTo>
                    <a:pt x="1845779" y="1572895"/>
                  </a:lnTo>
                  <a:lnTo>
                    <a:pt x="1836762" y="1578991"/>
                  </a:lnTo>
                  <a:lnTo>
                    <a:pt x="1830793" y="1588008"/>
                  </a:lnTo>
                  <a:lnTo>
                    <a:pt x="1828507" y="1599057"/>
                  </a:lnTo>
                  <a:lnTo>
                    <a:pt x="1830793" y="1610106"/>
                  </a:lnTo>
                  <a:lnTo>
                    <a:pt x="1836762" y="1619123"/>
                  </a:lnTo>
                  <a:lnTo>
                    <a:pt x="1845779" y="1625219"/>
                  </a:lnTo>
                  <a:lnTo>
                    <a:pt x="1856828" y="1627378"/>
                  </a:lnTo>
                  <a:lnTo>
                    <a:pt x="1868004" y="1625219"/>
                  </a:lnTo>
                  <a:lnTo>
                    <a:pt x="1877021" y="1619123"/>
                  </a:lnTo>
                  <a:lnTo>
                    <a:pt x="1882990" y="1610106"/>
                  </a:lnTo>
                  <a:lnTo>
                    <a:pt x="1885276" y="1599057"/>
                  </a:lnTo>
                  <a:close/>
                </a:path>
                <a:path w="1885315" h="1884680">
                  <a:moveTo>
                    <a:pt x="1885276" y="1337348"/>
                  </a:moveTo>
                  <a:lnTo>
                    <a:pt x="1882990" y="1328077"/>
                  </a:lnTo>
                  <a:lnTo>
                    <a:pt x="1877021" y="1320584"/>
                  </a:lnTo>
                  <a:lnTo>
                    <a:pt x="1868004" y="1315516"/>
                  </a:lnTo>
                  <a:lnTo>
                    <a:pt x="1856828" y="1313738"/>
                  </a:lnTo>
                  <a:lnTo>
                    <a:pt x="1845779" y="1315516"/>
                  </a:lnTo>
                  <a:lnTo>
                    <a:pt x="1836762" y="1320584"/>
                  </a:lnTo>
                  <a:lnTo>
                    <a:pt x="1830793" y="1328077"/>
                  </a:lnTo>
                  <a:lnTo>
                    <a:pt x="1828507" y="1337348"/>
                  </a:lnTo>
                  <a:lnTo>
                    <a:pt x="1830793" y="1346492"/>
                  </a:lnTo>
                  <a:lnTo>
                    <a:pt x="1836762" y="1353985"/>
                  </a:lnTo>
                  <a:lnTo>
                    <a:pt x="1845779" y="1359065"/>
                  </a:lnTo>
                  <a:lnTo>
                    <a:pt x="1856828" y="1360970"/>
                  </a:lnTo>
                  <a:lnTo>
                    <a:pt x="1868004" y="1359065"/>
                  </a:lnTo>
                  <a:lnTo>
                    <a:pt x="1877021" y="1353985"/>
                  </a:lnTo>
                  <a:lnTo>
                    <a:pt x="1882990" y="1346492"/>
                  </a:lnTo>
                  <a:lnTo>
                    <a:pt x="1885276" y="1337348"/>
                  </a:lnTo>
                  <a:close/>
                </a:path>
                <a:path w="1885315" h="1884680">
                  <a:moveTo>
                    <a:pt x="1885276" y="1075512"/>
                  </a:moveTo>
                  <a:lnTo>
                    <a:pt x="1882990" y="1064475"/>
                  </a:lnTo>
                  <a:lnTo>
                    <a:pt x="1877021" y="1055458"/>
                  </a:lnTo>
                  <a:lnTo>
                    <a:pt x="1868004" y="1049362"/>
                  </a:lnTo>
                  <a:lnTo>
                    <a:pt x="1856828" y="1047076"/>
                  </a:lnTo>
                  <a:lnTo>
                    <a:pt x="1845779" y="1049362"/>
                  </a:lnTo>
                  <a:lnTo>
                    <a:pt x="1836762" y="1055458"/>
                  </a:lnTo>
                  <a:lnTo>
                    <a:pt x="1830793" y="1064475"/>
                  </a:lnTo>
                  <a:lnTo>
                    <a:pt x="1828507" y="1075512"/>
                  </a:lnTo>
                  <a:lnTo>
                    <a:pt x="1830793" y="1086561"/>
                  </a:lnTo>
                  <a:lnTo>
                    <a:pt x="1836762" y="1095578"/>
                  </a:lnTo>
                  <a:lnTo>
                    <a:pt x="1845779" y="1101674"/>
                  </a:lnTo>
                  <a:lnTo>
                    <a:pt x="1856828" y="1103833"/>
                  </a:lnTo>
                  <a:lnTo>
                    <a:pt x="1868004" y="1101674"/>
                  </a:lnTo>
                  <a:lnTo>
                    <a:pt x="1877021" y="1095578"/>
                  </a:lnTo>
                  <a:lnTo>
                    <a:pt x="1882990" y="1086561"/>
                  </a:lnTo>
                  <a:lnTo>
                    <a:pt x="1885276" y="1075512"/>
                  </a:lnTo>
                  <a:close/>
                </a:path>
                <a:path w="1885315" h="1884680">
                  <a:moveTo>
                    <a:pt x="1885276" y="813816"/>
                  </a:moveTo>
                  <a:lnTo>
                    <a:pt x="1882990" y="804545"/>
                  </a:lnTo>
                  <a:lnTo>
                    <a:pt x="1877021" y="797052"/>
                  </a:lnTo>
                  <a:lnTo>
                    <a:pt x="1868004" y="791972"/>
                  </a:lnTo>
                  <a:lnTo>
                    <a:pt x="1856828" y="790067"/>
                  </a:lnTo>
                  <a:lnTo>
                    <a:pt x="1845779" y="791972"/>
                  </a:lnTo>
                  <a:lnTo>
                    <a:pt x="1836762" y="797052"/>
                  </a:lnTo>
                  <a:lnTo>
                    <a:pt x="1830793" y="804545"/>
                  </a:lnTo>
                  <a:lnTo>
                    <a:pt x="1828507" y="813816"/>
                  </a:lnTo>
                  <a:lnTo>
                    <a:pt x="1830793" y="822960"/>
                  </a:lnTo>
                  <a:lnTo>
                    <a:pt x="1836762" y="830453"/>
                  </a:lnTo>
                  <a:lnTo>
                    <a:pt x="1845779" y="835520"/>
                  </a:lnTo>
                  <a:lnTo>
                    <a:pt x="1856828" y="837425"/>
                  </a:lnTo>
                  <a:lnTo>
                    <a:pt x="1868004" y="835520"/>
                  </a:lnTo>
                  <a:lnTo>
                    <a:pt x="1877021" y="830453"/>
                  </a:lnTo>
                  <a:lnTo>
                    <a:pt x="1882990" y="822960"/>
                  </a:lnTo>
                  <a:lnTo>
                    <a:pt x="1885276" y="813816"/>
                  </a:lnTo>
                  <a:close/>
                </a:path>
                <a:path w="1885315" h="1884680">
                  <a:moveTo>
                    <a:pt x="1885276" y="551980"/>
                  </a:moveTo>
                  <a:lnTo>
                    <a:pt x="1882990" y="540931"/>
                  </a:lnTo>
                  <a:lnTo>
                    <a:pt x="1877021" y="531914"/>
                  </a:lnTo>
                  <a:lnTo>
                    <a:pt x="1868004" y="525818"/>
                  </a:lnTo>
                  <a:lnTo>
                    <a:pt x="1856828" y="523532"/>
                  </a:lnTo>
                  <a:lnTo>
                    <a:pt x="1845779" y="525818"/>
                  </a:lnTo>
                  <a:lnTo>
                    <a:pt x="1836762" y="531914"/>
                  </a:lnTo>
                  <a:lnTo>
                    <a:pt x="1830793" y="540931"/>
                  </a:lnTo>
                  <a:lnTo>
                    <a:pt x="1828507" y="551980"/>
                  </a:lnTo>
                  <a:lnTo>
                    <a:pt x="1830793" y="563029"/>
                  </a:lnTo>
                  <a:lnTo>
                    <a:pt x="1836762" y="572046"/>
                  </a:lnTo>
                  <a:lnTo>
                    <a:pt x="1845779" y="578142"/>
                  </a:lnTo>
                  <a:lnTo>
                    <a:pt x="1856828" y="580301"/>
                  </a:lnTo>
                  <a:lnTo>
                    <a:pt x="1868004" y="578142"/>
                  </a:lnTo>
                  <a:lnTo>
                    <a:pt x="1877021" y="572046"/>
                  </a:lnTo>
                  <a:lnTo>
                    <a:pt x="1882990" y="563029"/>
                  </a:lnTo>
                  <a:lnTo>
                    <a:pt x="1885276" y="551980"/>
                  </a:lnTo>
                  <a:close/>
                </a:path>
                <a:path w="1885315" h="1884680">
                  <a:moveTo>
                    <a:pt x="1885276" y="294970"/>
                  </a:moveTo>
                  <a:lnTo>
                    <a:pt x="1882990" y="283921"/>
                  </a:lnTo>
                  <a:lnTo>
                    <a:pt x="1877021" y="274904"/>
                  </a:lnTo>
                  <a:lnTo>
                    <a:pt x="1868004" y="268820"/>
                  </a:lnTo>
                  <a:lnTo>
                    <a:pt x="1856828" y="266534"/>
                  </a:lnTo>
                  <a:lnTo>
                    <a:pt x="1845779" y="268820"/>
                  </a:lnTo>
                  <a:lnTo>
                    <a:pt x="1836762" y="274904"/>
                  </a:lnTo>
                  <a:lnTo>
                    <a:pt x="1830793" y="283921"/>
                  </a:lnTo>
                  <a:lnTo>
                    <a:pt x="1828507" y="294970"/>
                  </a:lnTo>
                  <a:lnTo>
                    <a:pt x="1830793" y="306019"/>
                  </a:lnTo>
                  <a:lnTo>
                    <a:pt x="1836762" y="315036"/>
                  </a:lnTo>
                  <a:lnTo>
                    <a:pt x="1845779" y="321005"/>
                  </a:lnTo>
                  <a:lnTo>
                    <a:pt x="1856828" y="323291"/>
                  </a:lnTo>
                  <a:lnTo>
                    <a:pt x="1868004" y="321005"/>
                  </a:lnTo>
                  <a:lnTo>
                    <a:pt x="1877021" y="315036"/>
                  </a:lnTo>
                  <a:lnTo>
                    <a:pt x="1882990" y="306019"/>
                  </a:lnTo>
                  <a:lnTo>
                    <a:pt x="1885276" y="294970"/>
                  </a:lnTo>
                  <a:close/>
                </a:path>
                <a:path w="1885315" h="1884680">
                  <a:moveTo>
                    <a:pt x="1885276" y="28448"/>
                  </a:moveTo>
                  <a:lnTo>
                    <a:pt x="1882990" y="17399"/>
                  </a:lnTo>
                  <a:lnTo>
                    <a:pt x="1877021" y="8382"/>
                  </a:lnTo>
                  <a:lnTo>
                    <a:pt x="1868004" y="2286"/>
                  </a:lnTo>
                  <a:lnTo>
                    <a:pt x="1856828" y="0"/>
                  </a:lnTo>
                  <a:lnTo>
                    <a:pt x="1845779" y="2286"/>
                  </a:lnTo>
                  <a:lnTo>
                    <a:pt x="1836762" y="8382"/>
                  </a:lnTo>
                  <a:lnTo>
                    <a:pt x="1830793" y="17399"/>
                  </a:lnTo>
                  <a:lnTo>
                    <a:pt x="1828507" y="28448"/>
                  </a:lnTo>
                  <a:lnTo>
                    <a:pt x="1830793" y="39357"/>
                  </a:lnTo>
                  <a:lnTo>
                    <a:pt x="1836762" y="48374"/>
                  </a:lnTo>
                  <a:lnTo>
                    <a:pt x="1845779" y="54470"/>
                  </a:lnTo>
                  <a:lnTo>
                    <a:pt x="1856828" y="56756"/>
                  </a:lnTo>
                  <a:lnTo>
                    <a:pt x="1868004" y="54470"/>
                  </a:lnTo>
                  <a:lnTo>
                    <a:pt x="1877021" y="48374"/>
                  </a:lnTo>
                  <a:lnTo>
                    <a:pt x="1882990" y="39357"/>
                  </a:lnTo>
                  <a:lnTo>
                    <a:pt x="1885276" y="2844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47098"/>
              <a:ext cx="20107275" cy="152400"/>
            </a:xfrm>
            <a:custGeom>
              <a:avLst/>
              <a:gdLst/>
              <a:ahLst/>
              <a:cxnLst/>
              <a:rect l="l" t="t" r="r" b="b"/>
              <a:pathLst>
                <a:path w="20107275" h="152400">
                  <a:moveTo>
                    <a:pt x="20104100" y="24"/>
                  </a:moveTo>
                  <a:lnTo>
                    <a:pt x="0" y="24"/>
                  </a:lnTo>
                  <a:lnTo>
                    <a:pt x="0" y="151930"/>
                  </a:lnTo>
                  <a:lnTo>
                    <a:pt x="20104100" y="151930"/>
                  </a:lnTo>
                  <a:lnTo>
                    <a:pt x="20104100" y="2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87215" y="1282114"/>
            <a:ext cx="11098530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5" dirty="0"/>
              <a:t>ALUNOS(AS),</a:t>
            </a:r>
            <a:r>
              <a:rPr spc="350" dirty="0"/>
              <a:t> </a:t>
            </a:r>
            <a:r>
              <a:rPr spc="660" dirty="0"/>
              <a:t>QUEM</a:t>
            </a:r>
            <a:r>
              <a:rPr spc="330" dirty="0"/>
              <a:t> </a:t>
            </a:r>
            <a:r>
              <a:rPr spc="835" dirty="0"/>
              <a:t>SÃO</a:t>
            </a:r>
            <a:r>
              <a:rPr spc="330" dirty="0"/>
              <a:t> </a:t>
            </a:r>
            <a:r>
              <a:rPr spc="850" dirty="0"/>
              <a:t>VOCÊS?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18424" y="3862918"/>
            <a:ext cx="9676765" cy="3416935"/>
          </a:xfrm>
          <a:prstGeom prst="rect">
            <a:avLst/>
          </a:prstGeom>
        </p:spPr>
        <p:txBody>
          <a:bodyPr vert="horz" wrap="square" lIns="0" tIns="31178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455"/>
              </a:spcBef>
              <a:buAutoNum type="arabicPeriod"/>
              <a:tabLst>
                <a:tab pos="469900" algn="l"/>
              </a:tabLst>
            </a:pPr>
            <a:r>
              <a:rPr sz="3600" spc="380" dirty="0">
                <a:solidFill>
                  <a:srgbClr val="FFFFFF"/>
                </a:solidFill>
                <a:latin typeface="Calibri"/>
                <a:cs typeface="Calibri"/>
              </a:rPr>
              <a:t>Qual</a:t>
            </a:r>
            <a:r>
              <a:rPr sz="36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400" dirty="0">
                <a:solidFill>
                  <a:srgbClr val="FFFFFF"/>
                </a:solidFill>
                <a:latin typeface="Calibri"/>
                <a:cs typeface="Calibri"/>
              </a:rPr>
              <a:t>seu</a:t>
            </a:r>
            <a:r>
              <a:rPr sz="36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490" dirty="0">
                <a:solidFill>
                  <a:srgbClr val="FFFFFF"/>
                </a:solidFill>
                <a:latin typeface="Calibri"/>
                <a:cs typeface="Calibri"/>
              </a:rPr>
              <a:t>nome?</a:t>
            </a:r>
            <a:endParaRPr sz="36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469265" algn="l"/>
              </a:tabLst>
            </a:pPr>
            <a:r>
              <a:rPr sz="3600" spc="380" dirty="0">
                <a:solidFill>
                  <a:srgbClr val="FFFFFF"/>
                </a:solidFill>
                <a:latin typeface="Calibri"/>
                <a:cs typeface="Calibri"/>
              </a:rPr>
              <a:t>Qual</a:t>
            </a:r>
            <a:r>
              <a:rPr sz="36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55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36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6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0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400" dirty="0">
                <a:solidFill>
                  <a:srgbClr val="FFFFFF"/>
                </a:solidFill>
                <a:latin typeface="Calibri"/>
                <a:cs typeface="Calibri"/>
              </a:rPr>
              <a:t>sua</a:t>
            </a:r>
            <a:r>
              <a:rPr sz="36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60" dirty="0">
                <a:solidFill>
                  <a:srgbClr val="FFFFFF"/>
                </a:solidFill>
                <a:latin typeface="Calibri"/>
                <a:cs typeface="Calibri"/>
              </a:rPr>
              <a:t>idade?</a:t>
            </a:r>
            <a:endParaRPr sz="3600" dirty="0">
              <a:latin typeface="Calibri"/>
              <a:cs typeface="Calibri"/>
            </a:endParaRPr>
          </a:p>
          <a:p>
            <a:pPr marL="468630" indent="-455930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468630" algn="l"/>
              </a:tabLst>
            </a:pPr>
            <a:r>
              <a:rPr sz="3600" spc="380" dirty="0">
                <a:solidFill>
                  <a:srgbClr val="FFFFFF"/>
                </a:solidFill>
                <a:latin typeface="Calibri"/>
                <a:cs typeface="Calibri"/>
              </a:rPr>
              <a:t>Qual</a:t>
            </a:r>
            <a:r>
              <a:rPr sz="36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20" dirty="0">
                <a:solidFill>
                  <a:srgbClr val="FFFFFF"/>
                </a:solidFill>
                <a:latin typeface="Calibri"/>
                <a:cs typeface="Calibri"/>
              </a:rPr>
              <a:t>área</a:t>
            </a:r>
            <a:r>
              <a:rPr sz="36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55" dirty="0">
                <a:solidFill>
                  <a:srgbClr val="FFFFFF"/>
                </a:solidFill>
                <a:latin typeface="Calibri"/>
                <a:cs typeface="Calibri"/>
              </a:rPr>
              <a:t>você</a:t>
            </a:r>
            <a:r>
              <a:rPr sz="36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20" dirty="0">
                <a:solidFill>
                  <a:srgbClr val="FFFFFF"/>
                </a:solidFill>
                <a:latin typeface="Calibri"/>
                <a:cs typeface="Calibri"/>
              </a:rPr>
              <a:t>está</a:t>
            </a:r>
            <a:r>
              <a:rPr sz="36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42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36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509" dirty="0">
                <a:solidFill>
                  <a:srgbClr val="FFFFFF"/>
                </a:solidFill>
                <a:latin typeface="Calibri"/>
                <a:cs typeface="Calibri"/>
              </a:rPr>
              <a:t>tem</a:t>
            </a:r>
            <a:r>
              <a:rPr sz="360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285" dirty="0">
                <a:solidFill>
                  <a:srgbClr val="FFFFFF"/>
                </a:solidFill>
                <a:latin typeface="Calibri"/>
                <a:cs typeface="Calibri"/>
              </a:rPr>
              <a:t>interesse?</a:t>
            </a:r>
            <a:endParaRPr sz="3600" dirty="0">
              <a:latin typeface="Calibri"/>
              <a:cs typeface="Calibri"/>
            </a:endParaRPr>
          </a:p>
          <a:p>
            <a:pPr marL="468630" indent="-455930">
              <a:lnSpc>
                <a:spcPct val="100000"/>
              </a:lnSpc>
              <a:spcBef>
                <a:spcPts val="2360"/>
              </a:spcBef>
              <a:buAutoNum type="arabicPeriod"/>
              <a:tabLst>
                <a:tab pos="468630" algn="l"/>
              </a:tabLst>
            </a:pPr>
            <a:r>
              <a:rPr sz="3600" spc="380" dirty="0">
                <a:solidFill>
                  <a:srgbClr val="FFFFFF"/>
                </a:solidFill>
                <a:latin typeface="Calibri"/>
                <a:cs typeface="Calibri"/>
              </a:rPr>
              <a:t>Qual</a:t>
            </a:r>
            <a:r>
              <a:rPr sz="36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400" dirty="0">
                <a:solidFill>
                  <a:srgbClr val="FFFFFF"/>
                </a:solidFill>
                <a:latin typeface="Calibri"/>
                <a:cs typeface="Calibri"/>
              </a:rPr>
              <a:t>sua</a:t>
            </a:r>
            <a:r>
              <a:rPr sz="3600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15" dirty="0">
                <a:solidFill>
                  <a:srgbClr val="FFFFFF"/>
                </a:solidFill>
                <a:latin typeface="Calibri"/>
                <a:cs typeface="Calibri"/>
              </a:rPr>
              <a:t>expectativa</a:t>
            </a:r>
            <a:r>
              <a:rPr sz="36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280" dirty="0">
                <a:solidFill>
                  <a:srgbClr val="FFFFFF"/>
                </a:solidFill>
                <a:latin typeface="Calibri"/>
                <a:cs typeface="Calibri"/>
              </a:rPr>
              <a:t>referente</a:t>
            </a:r>
            <a:r>
              <a:rPr sz="36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40" dirty="0">
                <a:solidFill>
                  <a:srgbClr val="FFFFFF"/>
                </a:solidFill>
                <a:latin typeface="Calibri"/>
                <a:cs typeface="Calibri"/>
              </a:rPr>
              <a:t>ao</a:t>
            </a:r>
            <a:r>
              <a:rPr sz="36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345" dirty="0">
                <a:solidFill>
                  <a:srgbClr val="FFFFFF"/>
                </a:solidFill>
                <a:latin typeface="Calibri"/>
                <a:cs typeface="Calibri"/>
              </a:rPr>
              <a:t>curso?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CURSO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9154" y="2108245"/>
            <a:ext cx="9740265" cy="278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7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6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12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36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600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Verdana"/>
                <a:cs typeface="Verdana"/>
              </a:rPr>
              <a:t>JavaScript?</a:t>
            </a:r>
            <a:endParaRPr sz="3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3600">
              <a:latin typeface="Verdana"/>
              <a:cs typeface="Verdana"/>
            </a:endParaRPr>
          </a:p>
          <a:p>
            <a:pPr marL="12700" marR="5080">
              <a:lnSpc>
                <a:spcPct val="149400"/>
              </a:lnSpc>
            </a:pPr>
            <a:r>
              <a:rPr sz="3600" spc="95" dirty="0">
                <a:solidFill>
                  <a:srgbClr val="FFFFFF"/>
                </a:solidFill>
                <a:latin typeface="Verdana"/>
                <a:cs typeface="Verdana"/>
              </a:rPr>
              <a:t>Linguagem</a:t>
            </a:r>
            <a:r>
              <a:rPr sz="36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9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6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programação</a:t>
            </a:r>
            <a:r>
              <a:rPr sz="36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36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Verdana"/>
                <a:cs typeface="Verdana"/>
              </a:rPr>
              <a:t>permite </a:t>
            </a: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adicionar</a:t>
            </a:r>
            <a:r>
              <a:rPr sz="36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Verdana"/>
                <a:cs typeface="Verdana"/>
              </a:rPr>
              <a:t>interatividade</a:t>
            </a:r>
            <a:r>
              <a:rPr sz="3600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6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Verdana"/>
                <a:cs typeface="Verdana"/>
              </a:rPr>
              <a:t>sua</a:t>
            </a:r>
            <a:r>
              <a:rPr sz="36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50" dirty="0">
                <a:solidFill>
                  <a:srgbClr val="FFFFFF"/>
                </a:solidFill>
                <a:latin typeface="Verdana"/>
                <a:cs typeface="Verdana"/>
              </a:rPr>
              <a:t>página</a:t>
            </a:r>
            <a:r>
              <a:rPr sz="36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Verdana"/>
                <a:cs typeface="Verdana"/>
              </a:rPr>
              <a:t>WEB.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9789" y="1031709"/>
            <a:ext cx="2385695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50" b="1" spc="-125" dirty="0">
                <a:solidFill>
                  <a:srgbClr val="FFFFFF"/>
                </a:solidFill>
                <a:latin typeface="Verdana"/>
                <a:cs typeface="Verdana"/>
              </a:rPr>
              <a:t>CURSO</a:t>
            </a:r>
            <a:endParaRPr sz="49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9789" y="2108245"/>
            <a:ext cx="3674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36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12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36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Verdana"/>
                <a:cs typeface="Verdana"/>
              </a:rPr>
              <a:t>serve?</a:t>
            </a:r>
            <a:endParaRPr sz="36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5" y="3388840"/>
            <a:ext cx="14523092" cy="61397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CURSO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9789" y="2108245"/>
            <a:ext cx="4881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90" dirty="0">
                <a:solidFill>
                  <a:srgbClr val="FFFFFF"/>
                </a:solidFill>
                <a:latin typeface="Verdana"/>
                <a:cs typeface="Verdana"/>
              </a:rPr>
              <a:t>Mercado</a:t>
            </a:r>
            <a:r>
              <a:rPr sz="36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9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6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Verdana"/>
                <a:cs typeface="Verdana"/>
              </a:rPr>
              <a:t>Trabalho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67175" y="3940949"/>
            <a:ext cx="11132820" cy="3340735"/>
            <a:chOff x="4067175" y="3940949"/>
            <a:chExt cx="11132820" cy="33407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7175" y="3940949"/>
              <a:ext cx="3313534" cy="33121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1350" y="3950600"/>
              <a:ext cx="3322596" cy="33310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00" y="4445568"/>
              <a:ext cx="4074299" cy="24837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769331" y="7841644"/>
            <a:ext cx="2441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65" dirty="0">
                <a:solidFill>
                  <a:srgbClr val="FFFFFF"/>
                </a:solidFill>
                <a:latin typeface="Verdana"/>
                <a:cs typeface="Verdana"/>
              </a:rPr>
              <a:t>Front-</a:t>
            </a:r>
            <a:r>
              <a:rPr sz="3600" b="1" spc="-25" dirty="0">
                <a:solidFill>
                  <a:srgbClr val="FFFFFF"/>
                </a:solidFill>
                <a:latin typeface="Verdana"/>
                <a:cs typeface="Verdana"/>
              </a:rPr>
              <a:t>End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53636" y="7859104"/>
            <a:ext cx="23418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30" dirty="0">
                <a:solidFill>
                  <a:srgbClr val="FFFFFF"/>
                </a:solidFill>
                <a:latin typeface="Verdana"/>
                <a:cs typeface="Verdana"/>
              </a:rPr>
              <a:t>Back-</a:t>
            </a:r>
            <a:r>
              <a:rPr sz="3600" b="1" spc="-25" dirty="0">
                <a:solidFill>
                  <a:srgbClr val="FFFFFF"/>
                </a:solidFill>
                <a:latin typeface="Verdana"/>
                <a:cs typeface="Verdana"/>
              </a:rPr>
              <a:t>End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Prontos</a:t>
            </a:r>
            <a:r>
              <a:rPr spc="-254" dirty="0"/>
              <a:t> </a:t>
            </a:r>
            <a:r>
              <a:rPr spc="-210" dirty="0"/>
              <a:t>para</a:t>
            </a:r>
            <a:r>
              <a:rPr spc="-229" dirty="0"/>
              <a:t> </a:t>
            </a:r>
            <a:r>
              <a:rPr spc="-110" dirty="0"/>
              <a:t>começar!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9789" y="2108245"/>
            <a:ext cx="2853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5" dirty="0">
                <a:solidFill>
                  <a:srgbClr val="FFFFFF"/>
                </a:solidFill>
                <a:latin typeface="Verdana"/>
                <a:cs typeface="Verdana"/>
              </a:rPr>
              <a:t>Hello</a:t>
            </a:r>
            <a:r>
              <a:rPr sz="36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Verdana"/>
                <a:cs typeface="Verdana"/>
              </a:rPr>
              <a:t>World!</a:t>
            </a:r>
            <a:endParaRPr sz="36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3350746"/>
            <a:ext cx="14922909" cy="61682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99825"/>
            <a:chOff x="0" y="0"/>
            <a:chExt cx="20104100" cy="11299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29942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4650" y="4977630"/>
              <a:ext cx="5238750" cy="1342390"/>
            </a:xfrm>
            <a:custGeom>
              <a:avLst/>
              <a:gdLst/>
              <a:ahLst/>
              <a:cxnLst/>
              <a:rect l="l" t="t" r="r" b="b"/>
              <a:pathLst>
                <a:path w="5238750" h="1342389">
                  <a:moveTo>
                    <a:pt x="5236954" y="998"/>
                  </a:moveTo>
                  <a:lnTo>
                    <a:pt x="-460" y="998"/>
                  </a:lnTo>
                  <a:lnTo>
                    <a:pt x="-460" y="1342923"/>
                  </a:lnTo>
                  <a:lnTo>
                    <a:pt x="5236954" y="1342923"/>
                  </a:lnTo>
                  <a:lnTo>
                    <a:pt x="5236954" y="998"/>
                  </a:lnTo>
                  <a:close/>
                </a:path>
              </a:pathLst>
            </a:custGeom>
            <a:solidFill>
              <a:srgbClr val="E10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4180" y="5149931"/>
              <a:ext cx="5237480" cy="999490"/>
            </a:xfrm>
            <a:custGeom>
              <a:avLst/>
              <a:gdLst/>
              <a:ahLst/>
              <a:cxnLst/>
              <a:rect l="l" t="t" r="r" b="b"/>
              <a:pathLst>
                <a:path w="5237480" h="999489">
                  <a:moveTo>
                    <a:pt x="281330" y="943737"/>
                  </a:moveTo>
                  <a:lnTo>
                    <a:pt x="0" y="943737"/>
                  </a:lnTo>
                  <a:lnTo>
                    <a:pt x="0" y="979144"/>
                  </a:lnTo>
                  <a:lnTo>
                    <a:pt x="281330" y="979144"/>
                  </a:lnTo>
                  <a:lnTo>
                    <a:pt x="281330" y="943737"/>
                  </a:lnTo>
                  <a:close/>
                </a:path>
                <a:path w="5237480" h="999489">
                  <a:moveTo>
                    <a:pt x="281330" y="717080"/>
                  </a:moveTo>
                  <a:lnTo>
                    <a:pt x="0" y="717080"/>
                  </a:lnTo>
                  <a:lnTo>
                    <a:pt x="0" y="752487"/>
                  </a:lnTo>
                  <a:lnTo>
                    <a:pt x="281330" y="752487"/>
                  </a:lnTo>
                  <a:lnTo>
                    <a:pt x="281330" y="717080"/>
                  </a:lnTo>
                  <a:close/>
                </a:path>
                <a:path w="5237480" h="999489">
                  <a:moveTo>
                    <a:pt x="281330" y="481914"/>
                  </a:moveTo>
                  <a:lnTo>
                    <a:pt x="0" y="481914"/>
                  </a:lnTo>
                  <a:lnTo>
                    <a:pt x="0" y="517321"/>
                  </a:lnTo>
                  <a:lnTo>
                    <a:pt x="281330" y="517321"/>
                  </a:lnTo>
                  <a:lnTo>
                    <a:pt x="281330" y="481914"/>
                  </a:lnTo>
                  <a:close/>
                </a:path>
                <a:path w="5237480" h="999489">
                  <a:moveTo>
                    <a:pt x="281330" y="249986"/>
                  </a:moveTo>
                  <a:lnTo>
                    <a:pt x="0" y="249986"/>
                  </a:lnTo>
                  <a:lnTo>
                    <a:pt x="0" y="285445"/>
                  </a:lnTo>
                  <a:lnTo>
                    <a:pt x="281330" y="285445"/>
                  </a:lnTo>
                  <a:lnTo>
                    <a:pt x="281330" y="249986"/>
                  </a:lnTo>
                  <a:close/>
                </a:path>
                <a:path w="5237480" h="999489">
                  <a:moveTo>
                    <a:pt x="281330" y="24015"/>
                  </a:moveTo>
                  <a:lnTo>
                    <a:pt x="0" y="24015"/>
                  </a:lnTo>
                  <a:lnTo>
                    <a:pt x="0" y="59423"/>
                  </a:lnTo>
                  <a:lnTo>
                    <a:pt x="281330" y="59423"/>
                  </a:lnTo>
                  <a:lnTo>
                    <a:pt x="281330" y="24015"/>
                  </a:lnTo>
                  <a:close/>
                </a:path>
                <a:path w="5237480" h="999489">
                  <a:moveTo>
                    <a:pt x="1288719" y="205955"/>
                  </a:moveTo>
                  <a:lnTo>
                    <a:pt x="1283385" y="166090"/>
                  </a:lnTo>
                  <a:lnTo>
                    <a:pt x="1228280" y="75425"/>
                  </a:lnTo>
                  <a:lnTo>
                    <a:pt x="1165682" y="36449"/>
                  </a:lnTo>
                  <a:lnTo>
                    <a:pt x="1128471" y="22606"/>
                  </a:lnTo>
                  <a:lnTo>
                    <a:pt x="1088478" y="12319"/>
                  </a:lnTo>
                  <a:lnTo>
                    <a:pt x="1046060" y="5334"/>
                  </a:lnTo>
                  <a:lnTo>
                    <a:pt x="1001877" y="1270"/>
                  </a:lnTo>
                  <a:lnTo>
                    <a:pt x="956792" y="0"/>
                  </a:lnTo>
                  <a:lnTo>
                    <a:pt x="910704" y="1143"/>
                  </a:lnTo>
                  <a:lnTo>
                    <a:pt x="864616" y="4826"/>
                  </a:lnTo>
                  <a:lnTo>
                    <a:pt x="818896" y="11303"/>
                  </a:lnTo>
                  <a:lnTo>
                    <a:pt x="774204" y="20701"/>
                  </a:lnTo>
                  <a:lnTo>
                    <a:pt x="730897" y="33528"/>
                  </a:lnTo>
                  <a:lnTo>
                    <a:pt x="689381" y="50025"/>
                  </a:lnTo>
                  <a:lnTo>
                    <a:pt x="650138" y="70345"/>
                  </a:lnTo>
                  <a:lnTo>
                    <a:pt x="613702" y="94856"/>
                  </a:lnTo>
                  <a:lnTo>
                    <a:pt x="580301" y="123799"/>
                  </a:lnTo>
                  <a:lnTo>
                    <a:pt x="550710" y="157454"/>
                  </a:lnTo>
                  <a:lnTo>
                    <a:pt x="525068" y="196189"/>
                  </a:lnTo>
                  <a:lnTo>
                    <a:pt x="503859" y="240118"/>
                  </a:lnTo>
                  <a:lnTo>
                    <a:pt x="487730" y="289636"/>
                  </a:lnTo>
                  <a:lnTo>
                    <a:pt x="481126" y="340055"/>
                  </a:lnTo>
                  <a:lnTo>
                    <a:pt x="483158" y="386905"/>
                  </a:lnTo>
                  <a:lnTo>
                    <a:pt x="494080" y="429577"/>
                  </a:lnTo>
                  <a:lnTo>
                    <a:pt x="514019" y="467029"/>
                  </a:lnTo>
                  <a:lnTo>
                    <a:pt x="543356" y="498652"/>
                  </a:lnTo>
                  <a:lnTo>
                    <a:pt x="582206" y="523544"/>
                  </a:lnTo>
                  <a:lnTo>
                    <a:pt x="633501" y="545757"/>
                  </a:lnTo>
                  <a:lnTo>
                    <a:pt x="684555" y="563410"/>
                  </a:lnTo>
                  <a:lnTo>
                    <a:pt x="733945" y="577507"/>
                  </a:lnTo>
                  <a:lnTo>
                    <a:pt x="823849" y="600494"/>
                  </a:lnTo>
                  <a:lnTo>
                    <a:pt x="862203" y="611911"/>
                  </a:lnTo>
                  <a:lnTo>
                    <a:pt x="894702" y="624865"/>
                  </a:lnTo>
                  <a:lnTo>
                    <a:pt x="920229" y="640613"/>
                  </a:lnTo>
                  <a:lnTo>
                    <a:pt x="937628" y="660552"/>
                  </a:lnTo>
                  <a:lnTo>
                    <a:pt x="945883" y="685698"/>
                  </a:lnTo>
                  <a:lnTo>
                    <a:pt x="943851" y="717562"/>
                  </a:lnTo>
                  <a:lnTo>
                    <a:pt x="921880" y="759345"/>
                  </a:lnTo>
                  <a:lnTo>
                    <a:pt x="882256" y="789305"/>
                  </a:lnTo>
                  <a:lnTo>
                    <a:pt x="833628" y="807212"/>
                  </a:lnTo>
                  <a:lnTo>
                    <a:pt x="784999" y="813181"/>
                  </a:lnTo>
                  <a:lnTo>
                    <a:pt x="732929" y="807339"/>
                  </a:lnTo>
                  <a:lnTo>
                    <a:pt x="692302" y="790067"/>
                  </a:lnTo>
                  <a:lnTo>
                    <a:pt x="664489" y="761758"/>
                  </a:lnTo>
                  <a:lnTo>
                    <a:pt x="651408" y="722896"/>
                  </a:lnTo>
                  <a:lnTo>
                    <a:pt x="654710" y="673633"/>
                  </a:lnTo>
                  <a:lnTo>
                    <a:pt x="390715" y="673633"/>
                  </a:lnTo>
                  <a:lnTo>
                    <a:pt x="382981" y="730389"/>
                  </a:lnTo>
                  <a:lnTo>
                    <a:pt x="383095" y="780542"/>
                  </a:lnTo>
                  <a:lnTo>
                    <a:pt x="390207" y="824357"/>
                  </a:lnTo>
                  <a:lnTo>
                    <a:pt x="404177" y="862444"/>
                  </a:lnTo>
                  <a:lnTo>
                    <a:pt x="449897" y="922388"/>
                  </a:lnTo>
                  <a:lnTo>
                    <a:pt x="480745" y="944981"/>
                  </a:lnTo>
                  <a:lnTo>
                    <a:pt x="516051" y="963015"/>
                  </a:lnTo>
                  <a:lnTo>
                    <a:pt x="555536" y="977112"/>
                  </a:lnTo>
                  <a:lnTo>
                    <a:pt x="598462" y="987399"/>
                  </a:lnTo>
                  <a:lnTo>
                    <a:pt x="644423" y="994384"/>
                  </a:lnTo>
                  <a:lnTo>
                    <a:pt x="692810" y="998194"/>
                  </a:lnTo>
                  <a:lnTo>
                    <a:pt x="743216" y="999464"/>
                  </a:lnTo>
                  <a:lnTo>
                    <a:pt x="794004" y="997813"/>
                  </a:lnTo>
                  <a:lnTo>
                    <a:pt x="844169" y="992606"/>
                  </a:lnTo>
                  <a:lnTo>
                    <a:pt x="893305" y="983970"/>
                  </a:lnTo>
                  <a:lnTo>
                    <a:pt x="941057" y="971905"/>
                  </a:lnTo>
                  <a:lnTo>
                    <a:pt x="986637" y="956284"/>
                  </a:lnTo>
                  <a:lnTo>
                    <a:pt x="1029931" y="937234"/>
                  </a:lnTo>
                  <a:lnTo>
                    <a:pt x="1070317" y="914514"/>
                  </a:lnTo>
                  <a:lnTo>
                    <a:pt x="1107262" y="888098"/>
                  </a:lnTo>
                  <a:lnTo>
                    <a:pt x="1140282" y="858126"/>
                  </a:lnTo>
                  <a:lnTo>
                    <a:pt x="1168984" y="824611"/>
                  </a:lnTo>
                  <a:lnTo>
                    <a:pt x="1192974" y="787273"/>
                  </a:lnTo>
                  <a:lnTo>
                    <a:pt x="1211643" y="746264"/>
                  </a:lnTo>
                  <a:lnTo>
                    <a:pt x="1224470" y="701560"/>
                  </a:lnTo>
                  <a:lnTo>
                    <a:pt x="1232217" y="645947"/>
                  </a:lnTo>
                  <a:lnTo>
                    <a:pt x="1230820" y="598335"/>
                  </a:lnTo>
                  <a:lnTo>
                    <a:pt x="1221422" y="557695"/>
                  </a:lnTo>
                  <a:lnTo>
                    <a:pt x="1182192" y="495223"/>
                  </a:lnTo>
                  <a:lnTo>
                    <a:pt x="1122502" y="452678"/>
                  </a:lnTo>
                  <a:lnTo>
                    <a:pt x="1087462" y="436943"/>
                  </a:lnTo>
                  <a:lnTo>
                    <a:pt x="1050124" y="423989"/>
                  </a:lnTo>
                  <a:lnTo>
                    <a:pt x="1011783" y="413067"/>
                  </a:lnTo>
                  <a:lnTo>
                    <a:pt x="935215" y="394525"/>
                  </a:lnTo>
                  <a:lnTo>
                    <a:pt x="899147" y="385381"/>
                  </a:lnTo>
                  <a:lnTo>
                    <a:pt x="848741" y="370014"/>
                  </a:lnTo>
                  <a:lnTo>
                    <a:pt x="803402" y="348945"/>
                  </a:lnTo>
                  <a:lnTo>
                    <a:pt x="773188" y="318211"/>
                  </a:lnTo>
                  <a:lnTo>
                    <a:pt x="768235" y="273773"/>
                  </a:lnTo>
                  <a:lnTo>
                    <a:pt x="784618" y="239864"/>
                  </a:lnTo>
                  <a:lnTo>
                    <a:pt x="815340" y="211924"/>
                  </a:lnTo>
                  <a:lnTo>
                    <a:pt x="855472" y="193014"/>
                  </a:lnTo>
                  <a:lnTo>
                    <a:pt x="900290" y="186029"/>
                  </a:lnTo>
                  <a:lnTo>
                    <a:pt x="931532" y="188061"/>
                  </a:lnTo>
                  <a:lnTo>
                    <a:pt x="979271" y="203428"/>
                  </a:lnTo>
                  <a:lnTo>
                    <a:pt x="1007592" y="233133"/>
                  </a:lnTo>
                  <a:lnTo>
                    <a:pt x="1015974" y="275424"/>
                  </a:lnTo>
                  <a:lnTo>
                    <a:pt x="1012037" y="301574"/>
                  </a:lnTo>
                  <a:lnTo>
                    <a:pt x="1276019" y="301574"/>
                  </a:lnTo>
                  <a:lnTo>
                    <a:pt x="1286433" y="251040"/>
                  </a:lnTo>
                  <a:lnTo>
                    <a:pt x="1288719" y="205955"/>
                  </a:lnTo>
                  <a:close/>
                </a:path>
                <a:path w="5237480" h="999489">
                  <a:moveTo>
                    <a:pt x="2242210" y="19939"/>
                  </a:moveTo>
                  <a:lnTo>
                    <a:pt x="1516265" y="19939"/>
                  </a:lnTo>
                  <a:lnTo>
                    <a:pt x="1313611" y="979271"/>
                  </a:lnTo>
                  <a:lnTo>
                    <a:pt x="2039556" y="979271"/>
                  </a:lnTo>
                  <a:lnTo>
                    <a:pt x="2078913" y="793242"/>
                  </a:lnTo>
                  <a:lnTo>
                    <a:pt x="1616964" y="793242"/>
                  </a:lnTo>
                  <a:lnTo>
                    <a:pt x="1659890" y="589953"/>
                  </a:lnTo>
                  <a:lnTo>
                    <a:pt x="2084882" y="589953"/>
                  </a:lnTo>
                  <a:lnTo>
                    <a:pt x="2123998" y="403923"/>
                  </a:lnTo>
                  <a:lnTo>
                    <a:pt x="1698993" y="403923"/>
                  </a:lnTo>
                  <a:lnTo>
                    <a:pt x="1740776" y="205955"/>
                  </a:lnTo>
                  <a:lnTo>
                    <a:pt x="2202853" y="205955"/>
                  </a:lnTo>
                  <a:lnTo>
                    <a:pt x="2242210" y="19939"/>
                  </a:lnTo>
                  <a:close/>
                </a:path>
                <a:path w="5237480" h="999489">
                  <a:moveTo>
                    <a:pt x="3320529" y="19939"/>
                  </a:moveTo>
                  <a:lnTo>
                    <a:pt x="3082950" y="19939"/>
                  </a:lnTo>
                  <a:lnTo>
                    <a:pt x="2932480" y="732167"/>
                  </a:lnTo>
                  <a:lnTo>
                    <a:pt x="2929432" y="734834"/>
                  </a:lnTo>
                  <a:lnTo>
                    <a:pt x="2760929" y="19939"/>
                  </a:lnTo>
                  <a:lnTo>
                    <a:pt x="2391295" y="19939"/>
                  </a:lnTo>
                  <a:lnTo>
                    <a:pt x="2188756" y="979271"/>
                  </a:lnTo>
                  <a:lnTo>
                    <a:pt x="2426335" y="979271"/>
                  </a:lnTo>
                  <a:lnTo>
                    <a:pt x="2581376" y="244563"/>
                  </a:lnTo>
                  <a:lnTo>
                    <a:pt x="2584043" y="244563"/>
                  </a:lnTo>
                  <a:lnTo>
                    <a:pt x="2752293" y="979271"/>
                  </a:lnTo>
                  <a:lnTo>
                    <a:pt x="3117989" y="979271"/>
                  </a:lnTo>
                  <a:lnTo>
                    <a:pt x="3320529" y="19939"/>
                  </a:lnTo>
                  <a:close/>
                </a:path>
                <a:path w="5237480" h="999489">
                  <a:moveTo>
                    <a:pt x="4290022" y="979271"/>
                  </a:moveTo>
                  <a:lnTo>
                    <a:pt x="4256138" y="791972"/>
                  </a:lnTo>
                  <a:lnTo>
                    <a:pt x="4222483" y="605942"/>
                  </a:lnTo>
                  <a:lnTo>
                    <a:pt x="4116438" y="19939"/>
                  </a:lnTo>
                  <a:lnTo>
                    <a:pt x="3942473" y="19939"/>
                  </a:lnTo>
                  <a:lnTo>
                    <a:pt x="3942473" y="605942"/>
                  </a:lnTo>
                  <a:lnTo>
                    <a:pt x="3687749" y="605942"/>
                  </a:lnTo>
                  <a:lnTo>
                    <a:pt x="3901338" y="207225"/>
                  </a:lnTo>
                  <a:lnTo>
                    <a:pt x="3905275" y="207225"/>
                  </a:lnTo>
                  <a:lnTo>
                    <a:pt x="3942473" y="605942"/>
                  </a:lnTo>
                  <a:lnTo>
                    <a:pt x="3942473" y="19939"/>
                  </a:lnTo>
                  <a:lnTo>
                    <a:pt x="3794417" y="19939"/>
                  </a:lnTo>
                  <a:lnTo>
                    <a:pt x="3215640" y="979271"/>
                  </a:lnTo>
                  <a:lnTo>
                    <a:pt x="3479635" y="979271"/>
                  </a:lnTo>
                  <a:lnTo>
                    <a:pt x="3581222" y="791972"/>
                  </a:lnTo>
                  <a:lnTo>
                    <a:pt x="3968000" y="791972"/>
                  </a:lnTo>
                  <a:lnTo>
                    <a:pt x="3991749" y="979271"/>
                  </a:lnTo>
                  <a:lnTo>
                    <a:pt x="4290022" y="979271"/>
                  </a:lnTo>
                  <a:close/>
                </a:path>
                <a:path w="5237480" h="999489">
                  <a:moveTo>
                    <a:pt x="4856988" y="19939"/>
                  </a:moveTo>
                  <a:lnTo>
                    <a:pt x="4592993" y="19939"/>
                  </a:lnTo>
                  <a:lnTo>
                    <a:pt x="4390339" y="979271"/>
                  </a:lnTo>
                  <a:lnTo>
                    <a:pt x="4654321" y="979271"/>
                  </a:lnTo>
                  <a:lnTo>
                    <a:pt x="4856988" y="19939"/>
                  </a:lnTo>
                  <a:close/>
                </a:path>
                <a:path w="5237480" h="999489">
                  <a:moveTo>
                    <a:pt x="5237353" y="943737"/>
                  </a:moveTo>
                  <a:lnTo>
                    <a:pt x="4956035" y="943737"/>
                  </a:lnTo>
                  <a:lnTo>
                    <a:pt x="4956035" y="979144"/>
                  </a:lnTo>
                  <a:lnTo>
                    <a:pt x="5237353" y="979144"/>
                  </a:lnTo>
                  <a:lnTo>
                    <a:pt x="5237353" y="943737"/>
                  </a:lnTo>
                  <a:close/>
                </a:path>
                <a:path w="5237480" h="999489">
                  <a:moveTo>
                    <a:pt x="5237353" y="717080"/>
                  </a:moveTo>
                  <a:lnTo>
                    <a:pt x="4956035" y="717080"/>
                  </a:lnTo>
                  <a:lnTo>
                    <a:pt x="4956035" y="752487"/>
                  </a:lnTo>
                  <a:lnTo>
                    <a:pt x="5237353" y="752487"/>
                  </a:lnTo>
                  <a:lnTo>
                    <a:pt x="5237353" y="717080"/>
                  </a:lnTo>
                  <a:close/>
                </a:path>
                <a:path w="5237480" h="999489">
                  <a:moveTo>
                    <a:pt x="5237353" y="481914"/>
                  </a:moveTo>
                  <a:lnTo>
                    <a:pt x="4956035" y="481914"/>
                  </a:lnTo>
                  <a:lnTo>
                    <a:pt x="4956035" y="517321"/>
                  </a:lnTo>
                  <a:lnTo>
                    <a:pt x="5237353" y="517321"/>
                  </a:lnTo>
                  <a:lnTo>
                    <a:pt x="5237353" y="481914"/>
                  </a:lnTo>
                  <a:close/>
                </a:path>
                <a:path w="5237480" h="999489">
                  <a:moveTo>
                    <a:pt x="5237353" y="249986"/>
                  </a:moveTo>
                  <a:lnTo>
                    <a:pt x="4956035" y="249986"/>
                  </a:lnTo>
                  <a:lnTo>
                    <a:pt x="4956035" y="285445"/>
                  </a:lnTo>
                  <a:lnTo>
                    <a:pt x="5237353" y="285445"/>
                  </a:lnTo>
                  <a:lnTo>
                    <a:pt x="5237353" y="249986"/>
                  </a:lnTo>
                  <a:close/>
                </a:path>
                <a:path w="5237480" h="999489">
                  <a:moveTo>
                    <a:pt x="5237353" y="24015"/>
                  </a:moveTo>
                  <a:lnTo>
                    <a:pt x="4956035" y="24015"/>
                  </a:lnTo>
                  <a:lnTo>
                    <a:pt x="4956035" y="59423"/>
                  </a:lnTo>
                  <a:lnTo>
                    <a:pt x="5237353" y="59423"/>
                  </a:lnTo>
                  <a:lnTo>
                    <a:pt x="5237353" y="240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36232" y="5058344"/>
            <a:ext cx="7009765" cy="1647189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515"/>
              </a:spcBef>
            </a:pPr>
            <a:r>
              <a:rPr sz="275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50" b="1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b="1" dirty="0">
                <a:solidFill>
                  <a:srgbClr val="FFFFFF"/>
                </a:solidFill>
                <a:latin typeface="Verdana"/>
                <a:cs typeface="Verdana"/>
              </a:rPr>
              <a:t>SÃO</a:t>
            </a:r>
            <a:r>
              <a:rPr sz="2750" b="1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b="1" spc="-20" dirty="0">
                <a:solidFill>
                  <a:srgbClr val="FFFFFF"/>
                </a:solidFill>
                <a:latin typeface="Verdana"/>
                <a:cs typeface="Verdana"/>
              </a:rPr>
              <a:t>PAULO</a:t>
            </a:r>
            <a:endParaRPr sz="2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6750" u="sng" spc="-1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  <a:hlinkClick r:id="rId3"/>
              </a:rPr>
              <a:t>www.sp.senai.br</a:t>
            </a:r>
            <a:endParaRPr sz="675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4154035"/>
            <a:ext cx="20107275" cy="7145020"/>
            <a:chOff x="0" y="4154035"/>
            <a:chExt cx="20107275" cy="7145020"/>
          </a:xfrm>
        </p:grpSpPr>
        <p:sp>
          <p:nvSpPr>
            <p:cNvPr id="8" name="object 8"/>
            <p:cNvSpPr/>
            <p:nvPr/>
          </p:nvSpPr>
          <p:spPr>
            <a:xfrm>
              <a:off x="9205976" y="4154035"/>
              <a:ext cx="0" cy="2998470"/>
            </a:xfrm>
            <a:custGeom>
              <a:avLst/>
              <a:gdLst/>
              <a:ahLst/>
              <a:cxnLst/>
              <a:rect l="l" t="t" r="r" b="b"/>
              <a:pathLst>
                <a:path h="2998470">
                  <a:moveTo>
                    <a:pt x="-1453" y="2999125"/>
                  </a:moveTo>
                  <a:lnTo>
                    <a:pt x="-1453" y="1128"/>
                  </a:lnTo>
                </a:path>
              </a:pathLst>
            </a:custGeom>
            <a:ln w="278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1147098"/>
              <a:ext cx="20107275" cy="152400"/>
            </a:xfrm>
            <a:custGeom>
              <a:avLst/>
              <a:gdLst/>
              <a:ahLst/>
              <a:cxnLst/>
              <a:rect l="l" t="t" r="r" b="b"/>
              <a:pathLst>
                <a:path w="20107275" h="152400">
                  <a:moveTo>
                    <a:pt x="20104100" y="24"/>
                  </a:moveTo>
                  <a:lnTo>
                    <a:pt x="0" y="24"/>
                  </a:lnTo>
                  <a:lnTo>
                    <a:pt x="0" y="151930"/>
                  </a:lnTo>
                  <a:lnTo>
                    <a:pt x="20104100" y="151930"/>
                  </a:lnTo>
                  <a:lnTo>
                    <a:pt x="20104100" y="2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240295" y="4625813"/>
            <a:ext cx="514731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0" spc="114" dirty="0">
                <a:latin typeface="Verdana"/>
                <a:cs typeface="Verdana"/>
              </a:rPr>
              <a:t>DEPARTAMENTO</a:t>
            </a:r>
            <a:r>
              <a:rPr sz="2750" b="0" spc="-175" dirty="0">
                <a:latin typeface="Verdana"/>
                <a:cs typeface="Verdana"/>
              </a:rPr>
              <a:t> </a:t>
            </a:r>
            <a:r>
              <a:rPr sz="2750" b="0" spc="45" dirty="0">
                <a:latin typeface="Verdana"/>
                <a:cs typeface="Verdana"/>
              </a:rPr>
              <a:t>REGIONAL</a:t>
            </a: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398</Words>
  <Application>Microsoft Office PowerPoint</Application>
  <PresentationFormat>Personalizar</PresentationFormat>
  <Paragraphs>69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Montserrat</vt:lpstr>
      <vt:lpstr>Montserrat ExtraBold</vt:lpstr>
      <vt:lpstr>Montserrat SemiBold</vt:lpstr>
      <vt:lpstr>Verdana</vt:lpstr>
      <vt:lpstr>Office Theme</vt:lpstr>
      <vt:lpstr>Apresentação do PowerPoint</vt:lpstr>
      <vt:lpstr>Bem-vindos (as) ao curso Desenvolvimento em JavaScript</vt:lpstr>
      <vt:lpstr>SENAI Serviço Nacional de Aprendizagem Industrial</vt:lpstr>
      <vt:lpstr>Escola SENAI Paulo Antonio Skaf São Caetano do Sul - Informática</vt:lpstr>
      <vt:lpstr>SENAI Paulo Antonio Skaf São Caetano do Sul - Informática</vt:lpstr>
      <vt:lpstr>SENAI Paulo Antonio Skaf São Caetano do Sul - Informática</vt:lpstr>
      <vt:lpstr>Apresentação do PowerPoint</vt:lpstr>
      <vt:lpstr>ALUNOS(AS), QUEM SÃO VOCÊS?</vt:lpstr>
      <vt:lpstr>CURSO</vt:lpstr>
      <vt:lpstr>Apresentação do PowerPoint</vt:lpstr>
      <vt:lpstr>CURSO</vt:lpstr>
      <vt:lpstr>Prontos para começar!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Kessia Milena da Silva Machado</cp:lastModifiedBy>
  <cp:revision>3</cp:revision>
  <dcterms:created xsi:type="dcterms:W3CDTF">2025-03-10T01:03:48Z</dcterms:created>
  <dcterms:modified xsi:type="dcterms:W3CDTF">2026-05-14T16:28:03Z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2025-02-03T00:00:00Z</vt:filetime>
  </property>
  <property fmtid="{D5CDD505-2E9C-101B-9397-08002B2CF9AE}" pid="3" name="LastSaved">
    <vt:filetime>2025-03-10T00:00:00Z</vt:filetime>
  </property>
</Properties>
</file>